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7" r:id="rId4"/>
  </p:sldMasterIdLst>
  <p:notesMasterIdLst>
    <p:notesMasterId r:id="rId13"/>
  </p:notesMasterIdLst>
  <p:handoutMasterIdLst>
    <p:handoutMasterId r:id="rId14"/>
  </p:handoutMasterIdLst>
  <p:sldIdLst>
    <p:sldId id="348" r:id="rId5"/>
    <p:sldId id="369" r:id="rId6"/>
    <p:sldId id="384" r:id="rId7"/>
    <p:sldId id="396" r:id="rId8"/>
    <p:sldId id="397" r:id="rId9"/>
    <p:sldId id="392" r:id="rId10"/>
    <p:sldId id="394" r:id="rId11"/>
    <p:sldId id="395" r:id="rId12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98000"/>
      </a:lnSpc>
      <a:spcBef>
        <a:spcPts val="0"/>
      </a:spcBef>
      <a:buFont typeface="+mj-lt"/>
      <a:buNone/>
      <a:defRPr sz="1600" kern="1200" spc="-10" baseline="0">
        <a:solidFill>
          <a:schemeClr val="tx1"/>
        </a:solidFill>
        <a:latin typeface="+mn-lt"/>
        <a:ea typeface="+mn-ea"/>
        <a:cs typeface="+mn-cs"/>
      </a:defRPr>
    </a:lvl1pPr>
    <a:lvl2pPr marL="174625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2pPr>
    <a:lvl3pPr marL="360363" indent="-185738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3pPr>
    <a:lvl4pPr marL="534988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4pPr>
    <a:lvl5pPr marL="719138" indent="-184150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9152458D-D975-4659-9756-A6BAF0E2F024}">
          <p14:sldIdLst>
            <p14:sldId id="348"/>
            <p14:sldId id="369"/>
            <p14:sldId id="384"/>
          </p14:sldIdLst>
        </p14:section>
        <p14:section name="Simulating Data" id="{C14EA193-88B7-0F46-BDAC-B7EB4A574AD1}">
          <p14:sldIdLst>
            <p14:sldId id="396"/>
            <p14:sldId id="397"/>
            <p14:sldId id="392"/>
            <p14:sldId id="394"/>
            <p14:sldId id="39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A530A1-EFA7-746B-F8AB-A21A2BDBF570}" name="Gidon Frischkorn-Bartsch" initials="GFB" userId="S::gidon.frischkorn@psychologie.uzh.ch::c74d7409-7b9e-430e-b3c4-0d2228e2bbb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808080"/>
    <a:srgbClr val="F7F7F7"/>
    <a:srgbClr val="0028A5"/>
    <a:srgbClr val="FF66FF"/>
    <a:srgbClr val="A4D233"/>
    <a:srgbClr val="F1F3F3"/>
    <a:srgbClr val="E5EAE9"/>
    <a:srgbClr val="E1D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0E951-F767-40FB-8981-BDCADE0C3650}">
  <a:tblStyle styleId="{CA20E951-F767-40FB-8981-BDCADE0C3650}" styleName="UZH Standard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4233" cmpd="sng">
              <a:solidFill>
                <a:schemeClr val="dk1"/>
              </a:solidFill>
            </a:ln>
          </a:bottom>
          <a:insideH>
            <a:ln w="4233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>
        <a:schemeClr val="dk1"/>
      </a:tcTxStyle>
      <a:tcStyle>
        <a:tcBdr/>
        <a:fill>
          <a:noFill/>
        </a:fill>
      </a:tcStyle>
    </a:band1H>
    <a:band2H>
      <a:tcTxStyle>
        <a:schemeClr val="dk1"/>
      </a:tcTxStyle>
      <a:tcStyle>
        <a:tcBdr/>
        <a:fill>
          <a:noFill/>
        </a:fill>
      </a:tcStyle>
    </a:band2H>
    <a:band1V>
      <a:tcTxStyle>
        <a:schemeClr val="dk1"/>
      </a:tcTxStyle>
      <a:tcStyle>
        <a:tcBdr/>
        <a:fill>
          <a:noFill/>
        </a:fill>
      </a:tcStyle>
    </a:band1V>
    <a:band2V>
      <a:tcTxStyle>
        <a:schemeClr val="dk1"/>
      </a:tcTxStyle>
      <a:tcStyle>
        <a:tcBdr/>
        <a:fill>
          <a:noFill/>
        </a:fill>
      </a:tcStyle>
    </a:band2V>
    <a:lastCol>
      <a:tcTxStyle>
        <a:fontRef idx="major"/>
        <a:schemeClr val="dk1"/>
      </a:tcTxStyle>
      <a:tcStyle>
        <a:tcBdr/>
        <a:fill>
          <a:noFill/>
        </a:fill>
      </a:tcStyle>
    </a:lastCol>
    <a:firstCol>
      <a:tcTxStyle>
        <a:fontRef idx="major"/>
        <a:schemeClr val="dk1"/>
      </a:tcTxStyle>
      <a:tcStyle>
        <a:tcBdr/>
        <a:fill>
          <a:noFill/>
        </a:fill>
      </a:tcStyle>
    </a:firstCol>
    <a:lastRow>
      <a:tcTxStyle>
        <a:fontRef idx="major"/>
        <a:schemeClr val="dk1"/>
      </a:tcTxStyle>
      <a:tcStyle>
        <a:tcBdr>
          <a:top>
            <a:ln w="4233" cmpd="sng">
              <a:solidFill>
                <a:schemeClr val="dk1"/>
              </a:solidFill>
            </a:ln>
          </a:top>
          <a:bottom>
            <a:ln w="4233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>
        <a:fontRef idx="major"/>
        <a:schemeClr val="dk1"/>
      </a:tcTxStyle>
      <a:tcStyle>
        <a:tcBdr>
          <a:top>
            <a:ln>
              <a:noFill/>
            </a:ln>
          </a:top>
          <a:bottom>
            <a:ln w="1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235" autoAdjust="0"/>
    <p:restoredTop sz="88605" autoAdjust="0"/>
  </p:normalViewPr>
  <p:slideViewPr>
    <p:cSldViewPr showGuides="1">
      <p:cViewPr>
        <p:scale>
          <a:sx n="161" d="100"/>
          <a:sy n="161" d="100"/>
        </p:scale>
        <p:origin x="2352" y="7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2334" y="2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08.08.25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‹#›</a:t>
            </a:fld>
            <a:endParaRPr lang="de-CH" sz="90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08.08.25</a:t>
            </a:fld>
            <a:endParaRPr lang="de-CH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98416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399F4-775C-4644-D023-BB6D35B8D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5D0B6-EB75-BD12-208F-E4D7D6CF9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B50F2-F31D-CC75-03D2-2F90C9F6A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6A382-C02D-47C1-CFCF-B275BDED0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39609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5D784-2F92-40FC-0844-510CE5DE3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86268-A5E5-0FD9-3825-BFAA04B1C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B4CF2D-C17C-8CDC-CAE8-F917E53C2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9842F-379F-6F2B-6F42-C7DF525AB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770878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2D45D-8A4B-6E10-7A29-47599E471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39564-647D-815C-54E5-EE14E4C49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C97895-31B4-1B48-6D93-2FCA6D59E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77A4F-B4FB-48E6-041D-670D2C0FDE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77862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47632-6E73-BECB-1613-C3F615A90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6276AE-25A3-858F-697B-B48E22D4F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69131C-5788-4CD0-9C01-D6203B187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661904-630B-8532-CC99-178C20DC63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533353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15412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E5AAA-FC46-7714-3CAC-731D00916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6BB6ECA-36A5-C46E-0720-12CC458D3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C0E7308-419C-2CA8-12E0-4BFA23F70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1A9A32-3005-898F-6731-FF2FAD290B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57904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Universitätseinh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B66F10C4-F693-714F-AD0E-25F4640D5747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D526C9F-D78C-A1C8-B22D-122736EC2F5E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7B00AE1C-C971-C5C1-1DCB-41F3370C34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EBEE38-90C0-68F8-53F6-37ACBFF105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297071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78185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 anchorCtr="0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fld id="{73A04891-4D95-264E-94C1-ED5FA52E47F8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00B2A4-A548-86D9-6FFA-57A63AC10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49788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892D0BD3-31CE-DB4A-9EF9-03B2458F7F49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11DA3BE-00CD-1BA7-A6C5-5D9732DE88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A04CBAD-2C4F-A402-4949-1283FB197368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2F3AE3-7ACB-2716-808B-C82789FE83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  <p:sp>
        <p:nvSpPr>
          <p:cNvPr id="3" name="Bildplatzhalter 6">
            <a:extLst>
              <a:ext uri="{FF2B5EF4-FFF2-40B4-BE49-F238E27FC236}">
                <a16:creationId xmlns:a16="http://schemas.microsoft.com/office/drawing/2014/main" id="{5FCEDAF0-EDAF-2BD9-5F16-977EC9C3D58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10983" y="6224588"/>
            <a:ext cx="1021219" cy="352570"/>
          </a:xfrm>
        </p:spPr>
        <p:txBody>
          <a:bodyPr/>
          <a:lstStyle/>
          <a:p>
            <a:r>
              <a:rPr lang="de-DE"/>
              <a:t>Logo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FD058A0F-ECF9-CDF1-BC12-EDC312F1F5A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55868" y="6224588"/>
            <a:ext cx="1021219" cy="352570"/>
          </a:xfrm>
        </p:spPr>
        <p:txBody>
          <a:bodyPr/>
          <a:lstStyle/>
          <a:p>
            <a:r>
              <a:rPr lang="de-DE"/>
              <a:t>Logo</a:t>
            </a:r>
          </a:p>
        </p:txBody>
      </p:sp>
      <p:cxnSp>
        <p:nvCxnSpPr>
          <p:cNvPr id="10" name="Gerader Verbinder 13">
            <a:extLst>
              <a:ext uri="{FF2B5EF4-FFF2-40B4-BE49-F238E27FC236}">
                <a16:creationId xmlns:a16="http://schemas.microsoft.com/office/drawing/2014/main" id="{013547FF-5513-BEA6-3711-64FBCD920734}"/>
              </a:ext>
            </a:extLst>
          </p:cNvPr>
          <p:cNvCxnSpPr>
            <a:cxnSpLocks/>
          </p:cNvCxnSpPr>
          <p:nvPr userDrawn="1"/>
        </p:nvCxnSpPr>
        <p:spPr>
          <a:xfrm>
            <a:off x="149196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6">
            <a:extLst>
              <a:ext uri="{FF2B5EF4-FFF2-40B4-BE49-F238E27FC236}">
                <a16:creationId xmlns:a16="http://schemas.microsoft.com/office/drawing/2014/main" id="{1D33BAF5-6860-0273-0965-BF69ACCAA5B3}"/>
              </a:ext>
            </a:extLst>
          </p:cNvPr>
          <p:cNvCxnSpPr>
            <a:cxnSpLocks/>
          </p:cNvCxnSpPr>
          <p:nvPr userDrawn="1"/>
        </p:nvCxnSpPr>
        <p:spPr>
          <a:xfrm>
            <a:off x="295174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83570398-0273-A768-9E30-81A80FD8DF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66098" y="6224588"/>
            <a:ext cx="1021219" cy="352570"/>
          </a:xfrm>
        </p:spPr>
        <p:txBody>
          <a:bodyPr/>
          <a:lstStyle/>
          <a:p>
            <a:r>
              <a:rPr lang="de-DE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87215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5CBD1C2-2F5A-504B-A85B-DE01912E40DE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Textplatzhalter 4">
            <a:extLst>
              <a:ext uri="{FF2B5EF4-FFF2-40B4-BE49-F238E27FC236}">
                <a16:creationId xmlns:a16="http://schemas.microsoft.com/office/drawing/2014/main" id="{48EC57F8-2FF9-F2DC-C053-E44A7DBF4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1209675"/>
            <a:ext cx="1983799" cy="1308143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3775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>
            <a:extLst>
              <a:ext uri="{FF2B5EF4-FFF2-40B4-BE49-F238E27FC236}">
                <a16:creationId xmlns:a16="http://schemas.microsoft.com/office/drawing/2014/main" id="{62E6E148-5F7E-6A90-F5E7-CAF43EF2FF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75" y="866775"/>
            <a:ext cx="11652249" cy="5150546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2E8F1-B482-5649-96CF-2246F8E96F52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Analyzing data on the level of cognitive processes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sp>
        <p:nvSpPr>
          <p:cNvPr id="3" name="Textplatzhalter 4">
            <a:extLst>
              <a:ext uri="{FF2B5EF4-FFF2-40B4-BE49-F238E27FC236}">
                <a16:creationId xmlns:a16="http://schemas.microsoft.com/office/drawing/2014/main" id="{C6789D71-11D9-8B08-EBDB-D2F33118FA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4581466"/>
            <a:ext cx="1389084" cy="949904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77703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289224"/>
            <a:ext cx="11650663" cy="5935364"/>
          </a:xfrm>
          <a:solidFill>
            <a:schemeClr val="accent1"/>
          </a:solidFill>
        </p:spPr>
        <p:txBody>
          <a:bodyPr tIns="324000" rIns="0" anchor="t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50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174625" indent="-174625" algn="r">
              <a:buFont typeface="Source Sans Pro" panose="020B0503030403020204" pitchFamily="34" charset="0"/>
              <a:buChar char="―"/>
              <a:defRPr/>
            </a:lvl2pPr>
            <a:lvl3pPr marL="360363" indent="-185738" algn="r">
              <a:buFont typeface="Source Sans Pro" panose="020B0503030403020204" pitchFamily="34" charset="0"/>
              <a:buChar char="―"/>
              <a:defRPr/>
            </a:lvl3pPr>
            <a:lvl4pPr marL="534988" indent="-174625" algn="r">
              <a:buFont typeface="Source Sans Pro" panose="020B0503030403020204" pitchFamily="34" charset="0"/>
              <a:buChar char="―"/>
              <a:defRPr/>
            </a:lvl4pPr>
            <a:lvl5pPr marL="719138" indent="-184150" algn="r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de-CH" dirty="0"/>
              <a:t>0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2FC4-7184-4142-9424-5F07A1D9B699}" type="datetime1">
              <a:rPr lang="en-US" smtClean="0"/>
              <a:t>8/8/25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data on the level of cognitive processes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71409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70744"/>
            <a:ext cx="11650663" cy="51505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52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8C943-74DE-5243-B984-FFF6A65016AD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1289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66774"/>
            <a:ext cx="9324000" cy="4816476"/>
          </a:xfrm>
        </p:spPr>
        <p:txBody>
          <a:bodyPr anchor="ctr"/>
          <a:lstStyle>
            <a:lvl1pPr>
              <a:lnSpc>
                <a:spcPct val="97000"/>
              </a:lnSpc>
              <a:spcBef>
                <a:spcPts val="0"/>
              </a:spcBef>
              <a:defRPr sz="3000"/>
            </a:lvl1pPr>
            <a:lvl2pPr>
              <a:lnSpc>
                <a:spcPct val="97000"/>
              </a:lnSpc>
              <a:spcBef>
                <a:spcPts val="1000"/>
              </a:spcBef>
              <a:defRPr sz="3000"/>
            </a:lvl2pPr>
            <a:lvl3pPr>
              <a:lnSpc>
                <a:spcPct val="97000"/>
              </a:lnSpc>
              <a:spcBef>
                <a:spcPts val="1000"/>
              </a:spcBef>
              <a:defRPr sz="3000"/>
            </a:lvl3pPr>
            <a:lvl4pPr>
              <a:lnSpc>
                <a:spcPct val="97000"/>
              </a:lnSpc>
              <a:spcBef>
                <a:spcPts val="1000"/>
              </a:spcBef>
              <a:defRPr sz="3000"/>
            </a:lvl4pPr>
            <a:lvl5pPr>
              <a:lnSpc>
                <a:spcPct val="97000"/>
              </a:lnSpc>
              <a:spcBef>
                <a:spcPts val="1000"/>
              </a:spcBef>
              <a:defRPr sz="3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2B69-43DB-6847-B646-65C1FE225402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6226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5722937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271463" y="866774"/>
            <a:ext cx="5722937" cy="5133447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39EDD-18A2-F64D-9029-FDF7184A4910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42888"/>
            <a:ext cx="5722937" cy="5981700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958C9C6E-122D-B369-EB0B-2386BA817C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9875" y="6000221"/>
            <a:ext cx="5722937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3318625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168F60A-2BF1-4949-96DE-8ED41E3EC653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1462" y="1371600"/>
            <a:ext cx="5724000" cy="4628621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defRPr sz="1600"/>
            </a:lvl3pPr>
            <a:lvl4pPr marL="1090800" indent="-226800">
              <a:spcBef>
                <a:spcPts val="1000"/>
              </a:spcBef>
              <a:spcAft>
                <a:spcPts val="0"/>
              </a:spcAft>
              <a:defRPr sz="1600"/>
            </a:lvl4pPr>
            <a:lvl5pPr marL="1522800" indent="-342000">
              <a:spcBef>
                <a:spcPts val="1000"/>
              </a:spcBef>
              <a:spcAft>
                <a:spcPts val="0"/>
              </a:spcAft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00221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169781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Inhalte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E9C5E5C-4C4A-EB47-BF16-9A7DEE2F4133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Analyzing data on the level of cognitive processes</a:t>
            </a:r>
            <a:endParaRPr lang="en-GB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D08B5C7-0B72-0F94-738C-A9B735A2519D}"/>
              </a:ext>
            </a:extLst>
          </p:cNvPr>
          <p:cNvCxnSpPr>
            <a:cxnSpLocks/>
          </p:cNvCxnSpPr>
          <p:nvPr userDrawn="1"/>
        </p:nvCxnSpPr>
        <p:spPr>
          <a:xfrm>
            <a:off x="273050" y="515507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6987E16-61C3-F16E-EBD2-164E17176CF4}"/>
              </a:ext>
            </a:extLst>
          </p:cNvPr>
          <p:cNvCxnSpPr>
            <a:cxnSpLocks/>
          </p:cNvCxnSpPr>
          <p:nvPr userDrawn="1"/>
        </p:nvCxnSpPr>
        <p:spPr>
          <a:xfrm>
            <a:off x="3228366" y="51550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B7071907-BBD2-40D4-55E0-1E83C4F6D6BC}"/>
              </a:ext>
            </a:extLst>
          </p:cNvPr>
          <p:cNvCxnSpPr>
            <a:cxnSpLocks/>
          </p:cNvCxnSpPr>
          <p:nvPr userDrawn="1"/>
        </p:nvCxnSpPr>
        <p:spPr>
          <a:xfrm>
            <a:off x="3233129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2CE74047-F734-D6A9-08E0-D291395944F0}"/>
              </a:ext>
            </a:extLst>
          </p:cNvPr>
          <p:cNvCxnSpPr>
            <a:cxnSpLocks/>
          </p:cNvCxnSpPr>
          <p:nvPr userDrawn="1"/>
        </p:nvCxnSpPr>
        <p:spPr>
          <a:xfrm>
            <a:off x="276265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5E45E1AF-C792-F20E-F289-890F955A6D57}"/>
              </a:ext>
            </a:extLst>
          </p:cNvPr>
          <p:cNvCxnSpPr>
            <a:cxnSpLocks/>
          </p:cNvCxnSpPr>
          <p:nvPr userDrawn="1"/>
        </p:nvCxnSpPr>
        <p:spPr>
          <a:xfrm>
            <a:off x="273449" y="172635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98DB0037-139C-0385-E03A-306D5169233B}"/>
              </a:ext>
            </a:extLst>
          </p:cNvPr>
          <p:cNvCxnSpPr>
            <a:cxnSpLocks/>
          </p:cNvCxnSpPr>
          <p:nvPr userDrawn="1"/>
        </p:nvCxnSpPr>
        <p:spPr>
          <a:xfrm>
            <a:off x="3230961" y="1721590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30017B53-05EC-3989-249C-664AD90907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30670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7" name="Textplatzhalter 27">
            <a:extLst>
              <a:ext uri="{FF2B5EF4-FFF2-40B4-BE49-F238E27FC236}">
                <a16:creationId xmlns:a16="http://schemas.microsoft.com/office/drawing/2014/main" id="{714803E2-4C7F-CFE5-7B57-C3F213A340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3050" y="531018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8" name="Textplatzhalter 27">
            <a:extLst>
              <a:ext uri="{FF2B5EF4-FFF2-40B4-BE49-F238E27FC236}">
                <a16:creationId xmlns:a16="http://schemas.microsoft.com/office/drawing/2014/main" id="{9C152131-ED74-0F59-B477-F10CE617C4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2838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1" name="Textplatzhalter 27">
            <a:extLst>
              <a:ext uri="{FF2B5EF4-FFF2-40B4-BE49-F238E27FC236}">
                <a16:creationId xmlns:a16="http://schemas.microsoft.com/office/drawing/2014/main" id="{1182E294-3DAE-8397-D78D-AE19E051369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8075" y="53101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2" name="Textplatzhalter 27">
            <a:extLst>
              <a:ext uri="{FF2B5EF4-FFF2-40B4-BE49-F238E27FC236}">
                <a16:creationId xmlns:a16="http://schemas.microsoft.com/office/drawing/2014/main" id="{F8CA09C2-6A74-C429-81F0-F2CA0C0A8B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8366" y="44043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3" name="Textplatzhalter 27">
            <a:extLst>
              <a:ext uri="{FF2B5EF4-FFF2-40B4-BE49-F238E27FC236}">
                <a16:creationId xmlns:a16="http://schemas.microsoft.com/office/drawing/2014/main" id="{79EF64BE-BAA5-7A03-2892-71B58B0FA7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3050" y="440436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B37CF961-4AA4-3E2D-1EEC-751B07F74E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5" name="Textplatzhalter 27">
            <a:extLst>
              <a:ext uri="{FF2B5EF4-FFF2-40B4-BE49-F238E27FC236}">
                <a16:creationId xmlns:a16="http://schemas.microsoft.com/office/drawing/2014/main" id="{A75866BD-D0AA-3041-796D-1EB9B1F3A8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3128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6" name="Textplatzhalter 27">
            <a:extLst>
              <a:ext uri="{FF2B5EF4-FFF2-40B4-BE49-F238E27FC236}">
                <a16:creationId xmlns:a16="http://schemas.microsoft.com/office/drawing/2014/main" id="{348CBF73-5164-67ED-100D-52F0577F0D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8" name="Textplatzhalter 27">
            <a:extLst>
              <a:ext uri="{FF2B5EF4-FFF2-40B4-BE49-F238E27FC236}">
                <a16:creationId xmlns:a16="http://schemas.microsoft.com/office/drawing/2014/main" id="{E413BFB1-BE2B-5698-D056-CFFE93D63A5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3448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9" name="Textplatzhalter 27">
            <a:extLst>
              <a:ext uri="{FF2B5EF4-FFF2-40B4-BE49-F238E27FC236}">
                <a16:creationId xmlns:a16="http://schemas.microsoft.com/office/drawing/2014/main" id="{A6AD1D29-4F20-7C67-177C-5F66137D5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3448" y="9756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A60B2A3C-D051-ADD5-9279-F6C77B9515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0960" y="9708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2648628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FC930D5-F312-F948-AABF-279986A2CD1B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273378"/>
            <a:ext cx="5724000" cy="560164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88400" y="866774"/>
            <a:ext cx="5724000" cy="5357813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3pPr>
            <a:lvl4pPr marL="101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400" y="244800"/>
            <a:ext cx="5723999" cy="519436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DABC8980-79BC-7792-05E5-871BA6059E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875" y="6029325"/>
            <a:ext cx="5724525" cy="195263"/>
          </a:xfrm>
        </p:spPr>
        <p:txBody>
          <a:bodyPr anchor="b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GB" noProof="0" dirty="0"/>
              <a:t>Insert caption</a:t>
            </a:r>
          </a:p>
        </p:txBody>
      </p:sp>
    </p:spTree>
    <p:extLst>
      <p:ext uri="{BB962C8B-B14F-4D97-AF65-F5344CB8AC3E}">
        <p14:creationId xmlns:p14="http://schemas.microsoft.com/office/powerpoint/2010/main" val="2774246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, drei Flächen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4">
            <a:extLst>
              <a:ext uri="{FF2B5EF4-FFF2-40B4-BE49-F238E27FC236}">
                <a16:creationId xmlns:a16="http://schemas.microsoft.com/office/drawing/2014/main" id="{5A065272-38F7-A074-824D-FD6B0FAB5CA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866774"/>
            <a:ext cx="5724000" cy="535781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11648525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311D-5C8F-F64E-ADE2-A425B4AF0E09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602800"/>
            <a:ext cx="5722937" cy="3621787"/>
          </a:xfrm>
        </p:spPr>
        <p:txBody>
          <a:bodyPr/>
          <a:lstStyle>
            <a:lvl1pPr>
              <a:spcBef>
                <a:spcPts val="1000"/>
              </a:spcBef>
              <a:defRPr sz="1600"/>
            </a:lvl1pPr>
            <a:lvl2pPr marL="226800" indent="-226800">
              <a:spcBef>
                <a:spcPts val="0"/>
              </a:spcBef>
              <a:defRPr sz="1600"/>
            </a:lvl2pPr>
            <a:lvl3pPr marL="658800" indent="-226800">
              <a:spcBef>
                <a:spcPts val="0"/>
              </a:spcBef>
              <a:defRPr sz="1600"/>
            </a:lvl3pPr>
            <a:lvl4pPr marL="1090800" indent="-226800">
              <a:spcBef>
                <a:spcPts val="0"/>
              </a:spcBef>
              <a:defRPr sz="1600"/>
            </a:lvl4pPr>
            <a:lvl5pPr marL="1522800" indent="-226800">
              <a:spcBef>
                <a:spcPts val="0"/>
              </a:spcBef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5C25F038-C59A-91D3-5738-FA2D715B1D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8287" y="4738688"/>
            <a:ext cx="4734000" cy="1155600"/>
          </a:xfrm>
          <a:solidFill>
            <a:schemeClr val="bg1"/>
          </a:solidFill>
        </p:spPr>
        <p:txBody>
          <a:bodyPr lIns="180000" anchor="ctr"/>
          <a:lstStyle>
            <a:lvl1pPr>
              <a:lnSpc>
                <a:spcPct val="98000"/>
              </a:lnSpc>
              <a:defRPr sz="2400" b="0"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BFFCDAC-C838-ADD4-2284-837AC0DB7D32}"/>
              </a:ext>
            </a:extLst>
          </p:cNvPr>
          <p:cNvSpPr>
            <a:spLocks/>
          </p:cNvSpPr>
          <p:nvPr userDrawn="1"/>
        </p:nvSpPr>
        <p:spPr>
          <a:xfrm>
            <a:off x="6179816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>
              <a:solidFill>
                <a:schemeClr val="bg1"/>
              </a:solidFill>
            </a:endParaRP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D52F735-79F5-3F42-160A-B27CDCC6ECBC}"/>
              </a:ext>
            </a:extLst>
          </p:cNvPr>
          <p:cNvCxnSpPr>
            <a:cxnSpLocks/>
          </p:cNvCxnSpPr>
          <p:nvPr userDrawn="1"/>
        </p:nvCxnSpPr>
        <p:spPr>
          <a:xfrm>
            <a:off x="6357417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5E8ED3B-58AB-278E-8FA6-54B5367691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79816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50E60B21-008A-2B6B-00EE-55A0A5704EC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79816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AB97A8F-A31B-71A8-6F59-6CF07FEC341B}"/>
              </a:ext>
            </a:extLst>
          </p:cNvPr>
          <p:cNvSpPr>
            <a:spLocks/>
          </p:cNvSpPr>
          <p:nvPr userDrawn="1"/>
        </p:nvSpPr>
        <p:spPr>
          <a:xfrm>
            <a:off x="81612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>
              <a:solidFill>
                <a:schemeClr val="bg1"/>
              </a:solidFill>
            </a:endParaRP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20494D9F-526C-2E69-E603-70C47570B76A}"/>
              </a:ext>
            </a:extLst>
          </p:cNvPr>
          <p:cNvCxnSpPr>
            <a:cxnSpLocks/>
          </p:cNvCxnSpPr>
          <p:nvPr userDrawn="1"/>
        </p:nvCxnSpPr>
        <p:spPr>
          <a:xfrm>
            <a:off x="83500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12">
            <a:extLst>
              <a:ext uri="{FF2B5EF4-FFF2-40B4-BE49-F238E27FC236}">
                <a16:creationId xmlns:a16="http://schemas.microsoft.com/office/drawing/2014/main" id="{CD54ACCC-E2D7-61F6-43F8-B08BB0DF890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612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AE30B499-759C-236B-6D1C-6BCA6F207D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612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C39869D-3DD1-49E4-9B99-D5ADADC37626}"/>
              </a:ext>
            </a:extLst>
          </p:cNvPr>
          <p:cNvSpPr>
            <a:spLocks/>
          </p:cNvSpPr>
          <p:nvPr userDrawn="1"/>
        </p:nvSpPr>
        <p:spPr>
          <a:xfrm>
            <a:off x="101304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>
              <a:solidFill>
                <a:schemeClr val="bg1"/>
              </a:solidFill>
            </a:endParaRP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DC74D9E1-33AE-B3A6-62C5-702A8706EDCA}"/>
              </a:ext>
            </a:extLst>
          </p:cNvPr>
          <p:cNvCxnSpPr>
            <a:cxnSpLocks/>
          </p:cNvCxnSpPr>
          <p:nvPr userDrawn="1"/>
        </p:nvCxnSpPr>
        <p:spPr>
          <a:xfrm>
            <a:off x="103192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21172486-FB2A-0D37-20BD-766B69EC164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1304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A5D721FD-5C54-2030-F7DF-99F78870D3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1304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42525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61574A-5D6A-AB46-BE6A-F7474EB4BE4A}" type="datetime1">
              <a:rPr lang="en-US" noProof="0" smtClean="0"/>
              <a:t>8/8/25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Analyzing data on the level of cognitive processes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7766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61ECE-5C30-2B4E-9F48-A03CB68F4C92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908720"/>
            <a:ext cx="7701073" cy="531586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9B29A34-DB3C-6631-0D19-C1C5DF5EA28A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420544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8FDF701-877A-3C4F-B57D-7782A00B0792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5713388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9D6D02D-5BC9-9440-91F4-5106D980B055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7210839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5D23034-249C-884E-81CC-B7BD98313BD2}" type="datetime1">
              <a:rPr lang="en-US" noProof="0" smtClean="0"/>
              <a:t>8/8/25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Analyzing data on the level of cognitive processes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62006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B0264-F287-0143-B1BF-738B861B7899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2115A716-7F0D-6001-BBDA-1C1AF55BDEB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28587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ADAF9B2C-8583-6129-0978-4CC7CC294B4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7506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5E0F70B3-FE43-EB4F-1A26-27C37577C87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85714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D8C6563C-12FB-DB8B-2352-BC6B519F354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94633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B4039616-C526-8550-70B5-FB949E59398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284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5175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30470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eben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8130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9013E-2CB7-BE44-B5C3-572AC5CC98FA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20D1239-AC10-7CF3-7460-F409E82CBCF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35845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63E66951-4F0B-CBC1-A3F3-06E36980367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4923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B22D8516-82BF-C968-B99F-F2C4872608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039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CC380BDB-57AA-395C-97C5-32258AD422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946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AB12B8A9-2E40-004F-7D4B-DC830830213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4936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E8E60EDF-84BC-50DF-DF1D-12535BD165E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44014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271646C3-68B0-05A8-5C65-22D55CE4808F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27079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EC544524-67DF-E44E-A80D-DEF20D907A8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6987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E052A1FF-3C1D-18C9-FF8C-91D41AD5E46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3225342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1" name="Bildplatzhalter 4">
            <a:extLst>
              <a:ext uri="{FF2B5EF4-FFF2-40B4-BE49-F238E27FC236}">
                <a16:creationId xmlns:a16="http://schemas.microsoft.com/office/drawing/2014/main" id="{CA8F6A59-A25E-5F43-6AC1-01A66F711A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224420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704FB434-2B9A-C168-61EC-9AE6DBA6CE7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17988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1D1811AD-FBE2-BBD0-4B34-A096DE429FE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7896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181047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D3F47-C816-8546-A3BA-FD3CAB79D798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9875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87440" y="1088740"/>
            <a:ext cx="5734685" cy="4287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987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241952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41952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16411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16411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241952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16411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4033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41952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16411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8" name="Textplatzhalter 7">
            <a:extLst>
              <a:ext uri="{FF2B5EF4-FFF2-40B4-BE49-F238E27FC236}">
                <a16:creationId xmlns:a16="http://schemas.microsoft.com/office/drawing/2014/main" id="{31240D61-DAE3-BD06-237A-C12594445A3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0869" y="5508398"/>
            <a:ext cx="5734685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41726659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o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E547-ADF6-1B4B-BCAF-F5763320583E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2789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1088740"/>
            <a:ext cx="5734685" cy="496916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82789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54866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866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129325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2932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82789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54866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129325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6947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54866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29325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7620271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ud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BC00C-D1E2-454E-A0D6-30200B3BBEB7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866775"/>
            <a:ext cx="7688373" cy="536257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FFC20296-E86A-3879-BD39-9F30E331947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48638" y="866775"/>
            <a:ext cx="3768835" cy="18715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64B2AD41-4DD5-6051-D34F-CA90E2343F5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48638" y="2938463"/>
            <a:ext cx="3768835" cy="2938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D10D92F6-CEED-9778-52E5-5789FA1E21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000" y="6013950"/>
            <a:ext cx="3768835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Quelle </a:t>
            </a:r>
            <a:r>
              <a:rPr lang="en-GB" noProof="0" dirty="0" err="1"/>
              <a:t>hinzufügen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930016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Texte mit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E81D5-5CED-014D-A681-B812396D1273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56522" y="876298"/>
            <a:ext cx="3765601" cy="5353052"/>
          </a:xfrm>
          <a:noFill/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87629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64747F6A-D136-3EFB-6E19-6A385022B99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13200" y="876298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10">
            <a:extLst>
              <a:ext uri="{FF2B5EF4-FFF2-40B4-BE49-F238E27FC236}">
                <a16:creationId xmlns:a16="http://schemas.microsoft.com/office/drawing/2014/main" id="{B3A42B55-571E-7D35-8A1D-2EE06F2B25D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71068" y="2764546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45D49E17-FFEA-350F-4AF4-82760A288C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14391" y="2764545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10">
            <a:extLst>
              <a:ext uri="{FF2B5EF4-FFF2-40B4-BE49-F238E27FC236}">
                <a16:creationId xmlns:a16="http://schemas.microsoft.com/office/drawing/2014/main" id="{02C0735D-E433-CC9E-BA2C-CE7019E863A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67953" y="4647380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" name="Inhaltsplatzhalter 10">
            <a:extLst>
              <a:ext uri="{FF2B5EF4-FFF2-40B4-BE49-F238E27FC236}">
                <a16:creationId xmlns:a16="http://schemas.microsoft.com/office/drawing/2014/main" id="{57EE092B-F3B3-A0AB-6AF8-3C6F16032461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211276" y="464737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660225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ün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2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C455-7B0D-A94B-94EF-74F19AFCDE4E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264568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6BDEB48F-A5F4-E47E-A6CF-964F1398E89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9875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4D8633B6-F883-1298-E515-91B31B28E3A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4840288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0ED7E5AD-E183-82CD-F090-884A82A4B96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80532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560DE703-9043-4D96-9589-6AB1C926574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80532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5B7962-C9CE-24B7-343C-9D504EEF1ADA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2264568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DFF4B996-5BF2-362E-6F3C-0472752C4919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264568" y="4840288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23CD5622-E8DA-D57A-1F36-A80A2A8ACA69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8184232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0987D4F-9295-E825-B64B-CE16F9CC37E4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8184232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3898624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n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083FF-0835-224E-8E64-E77F73CFDAF6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254919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622633EA-CE0F-D311-E9F8-E4FF04D03BC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69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2222D7F-5144-753F-7AF0-A8D709992A99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1254919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03285094-5EB7-BA03-462D-65224736565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69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2C14EDF-15BE-41CE-9D5E-3D50F6B67AB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1254919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DAC93A43-12FF-3F6B-DA7A-A04D2ECA735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022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696B000-854E-5397-BD25-46F024ACF0B6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5195900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55C6D27-9F7F-A193-A31F-2412FB8334A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2022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80A26B48-243C-9DD6-BDC2-FE40212B1AAE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5195900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0E647CD5-DA5F-6055-1889-45FC8EA8E3A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022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FFA660F0-3C7A-4C52-196B-D1FC1C4E12F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5195900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9AE88E45-2228-3BAB-B328-25AE00C869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148811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8D6A0681-D929-2BA4-D3F8-B3541A94FD81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9136793" y="1586260"/>
            <a:ext cx="2785331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4" name="Bildplatzhalter 4">
            <a:extLst>
              <a:ext uri="{FF2B5EF4-FFF2-40B4-BE49-F238E27FC236}">
                <a16:creationId xmlns:a16="http://schemas.microsoft.com/office/drawing/2014/main" id="{8D809E36-7256-6CC2-0F4B-23E42C6B142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148811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8DEA4B-FE27-8A9E-FBBB-04944A377343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9136794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5AC54CE7-1DE9-FCC9-D36F-326C1CC978F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48811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FFA07EE-B7CC-6673-18A8-938F608DD842}"/>
              </a:ext>
            </a:extLst>
          </p:cNvPr>
          <p:cNvSpPr>
            <a:spLocks noGrp="1"/>
          </p:cNvSpPr>
          <p:nvPr>
            <p:ph idx="41" hasCustomPrompt="1"/>
          </p:nvPr>
        </p:nvSpPr>
        <p:spPr>
          <a:xfrm>
            <a:off x="9136794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10039452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el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B8EE-848D-3E41-BD0A-07BC9CF472E7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Analyzing data on the level of cognitive processes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1" name="Inhaltsplatzhalter 30">
            <a:extLst>
              <a:ext uri="{FF2B5EF4-FFF2-40B4-BE49-F238E27FC236}">
                <a16:creationId xmlns:a16="http://schemas.microsoft.com/office/drawing/2014/main" id="{1FE9EFCD-7C86-A7FC-7CBA-C2A928454C0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1463" y="878400"/>
            <a:ext cx="286206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Inhaltsplatzhalter 30">
            <a:extLst>
              <a:ext uri="{FF2B5EF4-FFF2-40B4-BE49-F238E27FC236}">
                <a16:creationId xmlns:a16="http://schemas.microsoft.com/office/drawing/2014/main" id="{B5AF2636-78AA-31AE-B767-CD1ED9E3083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31605" y="878400"/>
            <a:ext cx="2962866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3" name="Inhaltsplatzhalter 30">
            <a:extLst>
              <a:ext uri="{FF2B5EF4-FFF2-40B4-BE49-F238E27FC236}">
                <a16:creationId xmlns:a16="http://schemas.microsoft.com/office/drawing/2014/main" id="{8CD2FE50-AB2F-83AF-8B23-1260D26EF81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02458" y="878400"/>
            <a:ext cx="2948569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Inhaltsplatzhalter 30">
            <a:extLst>
              <a:ext uri="{FF2B5EF4-FFF2-40B4-BE49-F238E27FC236}">
                <a16:creationId xmlns:a16="http://schemas.microsoft.com/office/drawing/2014/main" id="{156B3F99-D56F-6D47-0C38-55E1C209F59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056315" y="878400"/>
            <a:ext cx="286142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5" name="Inhaltsplatzhalter 30">
            <a:extLst>
              <a:ext uri="{FF2B5EF4-FFF2-40B4-BE49-F238E27FC236}">
                <a16:creationId xmlns:a16="http://schemas.microsoft.com/office/drawing/2014/main" id="{61CB84E3-822D-E7BF-88FA-B6CD8499742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71463" y="4942799"/>
            <a:ext cx="286206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6" name="Inhaltsplatzhalter 30">
            <a:extLst>
              <a:ext uri="{FF2B5EF4-FFF2-40B4-BE49-F238E27FC236}">
                <a16:creationId xmlns:a16="http://schemas.microsoft.com/office/drawing/2014/main" id="{4BBD1101-501F-08B4-863D-4EC398FF4C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131605" y="3577319"/>
            <a:ext cx="2962866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7" name="Inhaltsplatzhalter 30">
            <a:extLst>
              <a:ext uri="{FF2B5EF4-FFF2-40B4-BE49-F238E27FC236}">
                <a16:creationId xmlns:a16="http://schemas.microsoft.com/office/drawing/2014/main" id="{799F2A81-65B3-AA66-95A8-AD7674ADA3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02458" y="3577319"/>
            <a:ext cx="2948569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8" name="Inhaltsplatzhalter 30">
            <a:extLst>
              <a:ext uri="{FF2B5EF4-FFF2-40B4-BE49-F238E27FC236}">
                <a16:creationId xmlns:a16="http://schemas.microsoft.com/office/drawing/2014/main" id="{CD8C8901-62AC-56A4-B429-1C6C564195B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056315" y="4942798"/>
            <a:ext cx="286142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9" name="Inhaltsplatzhalter 30">
            <a:extLst>
              <a:ext uri="{FF2B5EF4-FFF2-40B4-BE49-F238E27FC236}">
                <a16:creationId xmlns:a16="http://schemas.microsoft.com/office/drawing/2014/main" id="{FC91EDA6-5E9C-6D6C-EF9F-C7F0B68C4C0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1463" y="3577319"/>
            <a:ext cx="2862063" cy="1361404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0" name="Inhaltsplatzhalter 30">
            <a:extLst>
              <a:ext uri="{FF2B5EF4-FFF2-40B4-BE49-F238E27FC236}">
                <a16:creationId xmlns:a16="http://schemas.microsoft.com/office/drawing/2014/main" id="{51E99161-B839-91BE-206F-89792AD5F92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56315" y="3577319"/>
            <a:ext cx="2861423" cy="136080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31085434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4" y="244800"/>
            <a:ext cx="376209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FDBA6-D20F-864B-9018-EFBA9B1ACCC3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1371601"/>
            <a:ext cx="3765600" cy="15173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E8901B72-CDFB-6B04-2999-9B4D3BECDE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22638" y="273051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6" name="Inhaltsplatzhalter 10">
            <a:extLst>
              <a:ext uri="{FF2B5EF4-FFF2-40B4-BE49-F238E27FC236}">
                <a16:creationId xmlns:a16="http://schemas.microsoft.com/office/drawing/2014/main" id="{5F7462AF-9418-FBED-AE2B-9097CD9893A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22638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3722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8" name="Inhaltsplatzhalter 10">
            <a:extLst>
              <a:ext uri="{FF2B5EF4-FFF2-40B4-BE49-F238E27FC236}">
                <a16:creationId xmlns:a16="http://schemas.microsoft.com/office/drawing/2014/main" id="{BE5D1B04-2BFA-33F3-C355-D8EB9E6F77DC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93722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8823469C-27C8-EF8F-4CC9-197675E31FB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64806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0" name="Inhaltsplatzhalter 10">
            <a:extLst>
              <a:ext uri="{FF2B5EF4-FFF2-40B4-BE49-F238E27FC236}">
                <a16:creationId xmlns:a16="http://schemas.microsoft.com/office/drawing/2014/main" id="{887C4011-3849-0B28-B9C6-CD6CCD2774AC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164806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CBEDB122-E4B4-DEAF-0C6D-61CF1C399FB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135890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2E8C9BDD-A256-932A-0451-8742BDF218CD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135890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5648AA9A-5221-27F9-3191-6F0F1FEAF36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220167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4" name="Inhaltsplatzhalter 10">
            <a:extLst>
              <a:ext uri="{FF2B5EF4-FFF2-40B4-BE49-F238E27FC236}">
                <a16:creationId xmlns:a16="http://schemas.microsoft.com/office/drawing/2014/main" id="{92E2526C-7EE2-C9B9-E09C-E4124FE41C3A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220167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6836661A-7952-7ADE-BB22-08BB2B174D2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91251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C2CB294D-1078-8674-FF02-6A8C1FA8750C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191251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Bildplatzhalter 4">
            <a:extLst>
              <a:ext uri="{FF2B5EF4-FFF2-40B4-BE49-F238E27FC236}">
                <a16:creationId xmlns:a16="http://schemas.microsoft.com/office/drawing/2014/main" id="{478A5169-5857-1B03-543A-A692CECD282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62335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9" name="Inhaltsplatzhalter 10">
            <a:extLst>
              <a:ext uri="{FF2B5EF4-FFF2-40B4-BE49-F238E27FC236}">
                <a16:creationId xmlns:a16="http://schemas.microsoft.com/office/drawing/2014/main" id="{CCD55740-F556-6FFB-54B7-F02F33DD446D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62335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C3C4A300-9C66-727B-BF1B-3FE78BA4925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133419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31" name="Inhaltsplatzhalter 10">
            <a:extLst>
              <a:ext uri="{FF2B5EF4-FFF2-40B4-BE49-F238E27FC236}">
                <a16:creationId xmlns:a16="http://schemas.microsoft.com/office/drawing/2014/main" id="{A1A5D7D5-55B1-516C-7CED-BF26C79BE6B2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0133419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F4A6E408-2281-5C5F-C17D-009678C7B29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21998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37" name="Inhaltsplatzhalter 10">
            <a:extLst>
              <a:ext uri="{FF2B5EF4-FFF2-40B4-BE49-F238E27FC236}">
                <a16:creationId xmlns:a16="http://schemas.microsoft.com/office/drawing/2014/main" id="{106AA095-B514-8CB2-E655-796D9234A496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21998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B22E5E6F-159C-366B-5296-441253F3F0B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191065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39" name="Inhaltsplatzhalter 10">
            <a:extLst>
              <a:ext uri="{FF2B5EF4-FFF2-40B4-BE49-F238E27FC236}">
                <a16:creationId xmlns:a16="http://schemas.microsoft.com/office/drawing/2014/main" id="{8F99875B-FC4F-7DCE-AACD-FF783DF1F8CC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6191065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86D99F31-E97B-1DE8-80A6-FCE2268D750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162149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41" name="Inhaltsplatzhalter 10">
            <a:extLst>
              <a:ext uri="{FF2B5EF4-FFF2-40B4-BE49-F238E27FC236}">
                <a16:creationId xmlns:a16="http://schemas.microsoft.com/office/drawing/2014/main" id="{2AFB99F6-8B03-8325-85FE-ACF55FEF4C7E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162149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Bildplatzhalter 4">
            <a:extLst>
              <a:ext uri="{FF2B5EF4-FFF2-40B4-BE49-F238E27FC236}">
                <a16:creationId xmlns:a16="http://schemas.microsoft.com/office/drawing/2014/main" id="{7B354065-93C3-8CD0-C6F7-EAD8915CFD21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0133233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43" name="Inhaltsplatzhalter 10">
            <a:extLst>
              <a:ext uri="{FF2B5EF4-FFF2-40B4-BE49-F238E27FC236}">
                <a16:creationId xmlns:a16="http://schemas.microsoft.com/office/drawing/2014/main" id="{D9B63D01-B563-7751-25F8-D9E1385E66D2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10133233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Bildplatzhalter 4">
            <a:extLst>
              <a:ext uri="{FF2B5EF4-FFF2-40B4-BE49-F238E27FC236}">
                <a16:creationId xmlns:a16="http://schemas.microsoft.com/office/drawing/2014/main" id="{3561E328-70B6-85DB-D07B-4E3133D9FE77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224785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45" name="Inhaltsplatzhalter 10">
            <a:extLst>
              <a:ext uri="{FF2B5EF4-FFF2-40B4-BE49-F238E27FC236}">
                <a16:creationId xmlns:a16="http://schemas.microsoft.com/office/drawing/2014/main" id="{818DEC37-95E8-080D-AB4D-58F52BC284EC}"/>
              </a:ext>
            </a:extLst>
          </p:cNvPr>
          <p:cNvSpPr>
            <a:spLocks noGrp="1"/>
          </p:cNvSpPr>
          <p:nvPr>
            <p:ph sz="quarter" idx="48" hasCustomPrompt="1"/>
          </p:nvPr>
        </p:nvSpPr>
        <p:spPr>
          <a:xfrm>
            <a:off x="224785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4116460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strah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536400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97FC4-C57C-8D46-A93A-F9EBD00B23B2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960DD06-5403-402D-6C88-53DCD45F16E1}"/>
              </a:ext>
            </a:extLst>
          </p:cNvPr>
          <p:cNvCxnSpPr/>
          <p:nvPr userDrawn="1"/>
        </p:nvCxnSpPr>
        <p:spPr>
          <a:xfrm>
            <a:off x="269875" y="3497585"/>
            <a:ext cx="1165225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Bildplatzhalter 4">
            <a:extLst>
              <a:ext uri="{FF2B5EF4-FFF2-40B4-BE49-F238E27FC236}">
                <a16:creationId xmlns:a16="http://schemas.microsoft.com/office/drawing/2014/main" id="{F49F2DB0-AB5C-6BD8-064D-373B4B1209A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16" name="Bildplatzhalter 4">
            <a:extLst>
              <a:ext uri="{FF2B5EF4-FFF2-40B4-BE49-F238E27FC236}">
                <a16:creationId xmlns:a16="http://schemas.microsoft.com/office/drawing/2014/main" id="{F0B6A180-6984-B9E7-7ADC-A121B77988B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97400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17" name="Bildplatzhalter 4">
            <a:extLst>
              <a:ext uri="{FF2B5EF4-FFF2-40B4-BE49-F238E27FC236}">
                <a16:creationId xmlns:a16="http://schemas.microsoft.com/office/drawing/2014/main" id="{38372887-04E8-C5D5-EF4C-1E25A260FB2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67159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18" name="Bildplatzhalter 4">
            <a:extLst>
              <a:ext uri="{FF2B5EF4-FFF2-40B4-BE49-F238E27FC236}">
                <a16:creationId xmlns:a16="http://schemas.microsoft.com/office/drawing/2014/main" id="{7A14FB65-6B89-A9C8-8DB1-7B1F7CBFAEC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36031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19" name="Bildplatzhalter 4">
            <a:extLst>
              <a:ext uri="{FF2B5EF4-FFF2-40B4-BE49-F238E27FC236}">
                <a16:creationId xmlns:a16="http://schemas.microsoft.com/office/drawing/2014/main" id="{CD8F59A9-69CA-1C2A-33D7-AD0BB64181B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053471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20" name="Bildplatzhalter 4">
            <a:extLst>
              <a:ext uri="{FF2B5EF4-FFF2-40B4-BE49-F238E27FC236}">
                <a16:creationId xmlns:a16="http://schemas.microsoft.com/office/drawing/2014/main" id="{B582FB2A-C51D-65C1-0203-3A5AB4DB0F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46627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21" name="Bildplatzhalter 4">
            <a:extLst>
              <a:ext uri="{FF2B5EF4-FFF2-40B4-BE49-F238E27FC236}">
                <a16:creationId xmlns:a16="http://schemas.microsoft.com/office/drawing/2014/main" id="{18F14028-DA69-147A-C414-9146D8EAE5F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43978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22" name="Bildplatzhalter 4">
            <a:extLst>
              <a:ext uri="{FF2B5EF4-FFF2-40B4-BE49-F238E27FC236}">
                <a16:creationId xmlns:a16="http://schemas.microsoft.com/office/drawing/2014/main" id="{3A11402F-1392-D5B0-DE17-2E270C800CA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136079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23" name="Bildplatzhalter 4">
            <a:extLst>
              <a:ext uri="{FF2B5EF4-FFF2-40B4-BE49-F238E27FC236}">
                <a16:creationId xmlns:a16="http://schemas.microsoft.com/office/drawing/2014/main" id="{92F84F7D-2669-46EA-F7E5-F5A3AE35C50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2900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24" name="Bildplatzhalter 4">
            <a:extLst>
              <a:ext uri="{FF2B5EF4-FFF2-40B4-BE49-F238E27FC236}">
                <a16:creationId xmlns:a16="http://schemas.microsoft.com/office/drawing/2014/main" id="{7F4B621D-593C-EF66-AAA8-260F24BB816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21933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25" name="Bildplatzhalter 4">
            <a:extLst>
              <a:ext uri="{FF2B5EF4-FFF2-40B4-BE49-F238E27FC236}">
                <a16:creationId xmlns:a16="http://schemas.microsoft.com/office/drawing/2014/main" id="{EAB29708-5948-93D3-1DAE-9AA4E5A03DC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14860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26" name="Bildplatzhalter 4">
            <a:extLst>
              <a:ext uri="{FF2B5EF4-FFF2-40B4-BE49-F238E27FC236}">
                <a16:creationId xmlns:a16="http://schemas.microsoft.com/office/drawing/2014/main" id="{6590CFDF-AA3F-86A0-462A-8B00EDC3EDD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907787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27" name="Bildplatzhalter 4">
            <a:extLst>
              <a:ext uri="{FF2B5EF4-FFF2-40B4-BE49-F238E27FC236}">
                <a16:creationId xmlns:a16="http://schemas.microsoft.com/office/drawing/2014/main" id="{F8D57941-57A2-78B6-C142-19F25D64A5F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60071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28" name="Inhaltsplatzhalter 10">
            <a:extLst>
              <a:ext uri="{FF2B5EF4-FFF2-40B4-BE49-F238E27FC236}">
                <a16:creationId xmlns:a16="http://schemas.microsoft.com/office/drawing/2014/main" id="{84D95677-0114-3854-2A06-CDDFDD440777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6987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9" name="Inhaltsplatzhalter 10">
            <a:extLst>
              <a:ext uri="{FF2B5EF4-FFF2-40B4-BE49-F238E27FC236}">
                <a16:creationId xmlns:a16="http://schemas.microsoft.com/office/drawing/2014/main" id="{830824E2-E1B0-01AE-F199-E13B717EE78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197400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0" name="Inhaltsplatzhalter 10">
            <a:extLst>
              <a:ext uri="{FF2B5EF4-FFF2-40B4-BE49-F238E27FC236}">
                <a16:creationId xmlns:a16="http://schemas.microsoft.com/office/drawing/2014/main" id="{B661178F-E8BD-64EC-8DCE-B999B4D9EAB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667159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1" name="Inhaltsplatzhalter 10">
            <a:extLst>
              <a:ext uri="{FF2B5EF4-FFF2-40B4-BE49-F238E27FC236}">
                <a16:creationId xmlns:a16="http://schemas.microsoft.com/office/drawing/2014/main" id="{A0685B94-A30D-8020-BFC0-B77022CBDE9F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36031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2" name="Inhaltsplatzhalter 10">
            <a:extLst>
              <a:ext uri="{FF2B5EF4-FFF2-40B4-BE49-F238E27FC236}">
                <a16:creationId xmlns:a16="http://schemas.microsoft.com/office/drawing/2014/main" id="{7FB39B7C-36A1-9048-02BA-E03566F2EB1F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053471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3" name="Inhaltsplatzhalter 10">
            <a:extLst>
              <a:ext uri="{FF2B5EF4-FFF2-40B4-BE49-F238E27FC236}">
                <a16:creationId xmlns:a16="http://schemas.microsoft.com/office/drawing/2014/main" id="{15CACBB6-4692-7C6A-8251-BEBD135224A0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746627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4" name="Inhaltsplatzhalter 10">
            <a:extLst>
              <a:ext uri="{FF2B5EF4-FFF2-40B4-BE49-F238E27FC236}">
                <a16:creationId xmlns:a16="http://schemas.microsoft.com/office/drawing/2014/main" id="{BECB31F3-1FF3-7738-D3E5-314BB6A831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1043978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5" name="Inhaltsplatzhalter 10">
            <a:extLst>
              <a:ext uri="{FF2B5EF4-FFF2-40B4-BE49-F238E27FC236}">
                <a16:creationId xmlns:a16="http://schemas.microsoft.com/office/drawing/2014/main" id="{62AF25DC-CA5E-4417-22E5-A964FF016F62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136079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6" name="Inhaltsplatzhalter 10">
            <a:extLst>
              <a:ext uri="{FF2B5EF4-FFF2-40B4-BE49-F238E27FC236}">
                <a16:creationId xmlns:a16="http://schemas.microsoft.com/office/drawing/2014/main" id="{90D56CD7-60EE-495F-ED4B-C31A87C45E84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82900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7" name="Inhaltsplatzhalter 10">
            <a:extLst>
              <a:ext uri="{FF2B5EF4-FFF2-40B4-BE49-F238E27FC236}">
                <a16:creationId xmlns:a16="http://schemas.microsoft.com/office/drawing/2014/main" id="{28B0CB76-6D72-3E2E-056B-27DB3947102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4521933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8" name="Inhaltsplatzhalter 10">
            <a:extLst>
              <a:ext uri="{FF2B5EF4-FFF2-40B4-BE49-F238E27FC236}">
                <a16:creationId xmlns:a16="http://schemas.microsoft.com/office/drawing/2014/main" id="{57BA3158-F345-F5B5-83D3-6B1D5546CF2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6214860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9" name="Inhaltsplatzhalter 10">
            <a:extLst>
              <a:ext uri="{FF2B5EF4-FFF2-40B4-BE49-F238E27FC236}">
                <a16:creationId xmlns:a16="http://schemas.microsoft.com/office/drawing/2014/main" id="{FC40280B-F0D4-264E-C17E-3D2B98F5645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7907787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0" name="Inhaltsplatzhalter 10">
            <a:extLst>
              <a:ext uri="{FF2B5EF4-FFF2-40B4-BE49-F238E27FC236}">
                <a16:creationId xmlns:a16="http://schemas.microsoft.com/office/drawing/2014/main" id="{4B3C570F-341A-24E7-0226-5D3A693E9D76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960071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5372604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CBFEA3D-9F6B-DB41-9F3D-C3A8EA87707F}" type="datetime1">
              <a:rPr lang="en-US" noProof="0" smtClean="0"/>
              <a:t>8/8/25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Analyzing data on the level of cognitive processes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2773539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4">
            <a:extLst>
              <a:ext uri="{FF2B5EF4-FFF2-40B4-BE49-F238E27FC236}">
                <a16:creationId xmlns:a16="http://schemas.microsoft.com/office/drawing/2014/main" id="{73EBFA33-E838-4FF1-1D0F-2B8F723A98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5EDFDEC-7873-15BD-1B6F-5DAEB0755E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28398" y="6424761"/>
            <a:ext cx="1189348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508EDF-0976-304E-894B-6BB942B80818}" type="datetime1">
              <a:rPr lang="en-US" noProof="0" smtClean="0"/>
              <a:t>8/8/25</a:t>
            </a:fld>
            <a:r>
              <a:rPr lang="en-GB" noProof="0"/>
              <a:t>    |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04195A-F200-70E1-095F-04D38F55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Analyzing data on the level of cognitive processes</a:t>
            </a:r>
            <a:endParaRPr lang="en-GB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3564CC-433E-0F7E-78ED-4CBD5802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3325" y="6424761"/>
            <a:ext cx="208800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3F26200-5089-80AE-C07E-2ADBBFCB862E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795B1871-CB5E-1539-590E-A27B00A5B3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372" y="6448574"/>
            <a:ext cx="1141200" cy="1368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 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F7249099-EAE8-15A9-5DD9-4B8BD6C113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27">
            <a:extLst>
              <a:ext uri="{FF2B5EF4-FFF2-40B4-BE49-F238E27FC236}">
                <a16:creationId xmlns:a16="http://schemas.microsoft.com/office/drawing/2014/main" id="{9EB74D43-ABA5-E11E-DD85-85CF51186C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0670" y="27276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Textplatzhalter 27">
            <a:extLst>
              <a:ext uri="{FF2B5EF4-FFF2-40B4-BE49-F238E27FC236}">
                <a16:creationId xmlns:a16="http://schemas.microsoft.com/office/drawing/2014/main" id="{048FC5CC-2121-56F3-C3F5-B5C874FFB1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18265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1" name="Textplatzhalter 27">
            <a:extLst>
              <a:ext uri="{FF2B5EF4-FFF2-40B4-BE49-F238E27FC236}">
                <a16:creationId xmlns:a16="http://schemas.microsoft.com/office/drawing/2014/main" id="{BB0B7B4E-7C57-28E9-4CB9-B4570ABC59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0960" y="18217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4" name="Textplatzhalter 27">
            <a:extLst>
              <a:ext uri="{FF2B5EF4-FFF2-40B4-BE49-F238E27FC236}">
                <a16:creationId xmlns:a16="http://schemas.microsoft.com/office/drawing/2014/main" id="{A8FF8281-AD66-C77E-347B-07E4F503BA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273236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0" name="Textplatzhalter 27">
            <a:extLst>
              <a:ext uri="{FF2B5EF4-FFF2-40B4-BE49-F238E27FC236}">
                <a16:creationId xmlns:a16="http://schemas.microsoft.com/office/drawing/2014/main" id="{55EE194A-C397-2617-7780-D86A48CAE74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5974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DBF35E7F-D953-CAA9-3A99-15E4880E3A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2311" y="27420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692AC1F8-AB87-40B3-4118-64C6B6A63F0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95128" y="460862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1" name="Textplatzhalter 27">
            <a:extLst>
              <a:ext uri="{FF2B5EF4-FFF2-40B4-BE49-F238E27FC236}">
                <a16:creationId xmlns:a16="http://schemas.microsoft.com/office/drawing/2014/main" id="{8B875A59-87E2-329A-FECC-BEA7FE43BA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32838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2" name="Textplatzhalter 27">
            <a:extLst>
              <a:ext uri="{FF2B5EF4-FFF2-40B4-BE49-F238E27FC236}">
                <a16:creationId xmlns:a16="http://schemas.microsoft.com/office/drawing/2014/main" id="{69DCED49-C168-77C0-6547-0CADBD711B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3128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3" name="Textplatzhalter 27">
            <a:extLst>
              <a:ext uri="{FF2B5EF4-FFF2-40B4-BE49-F238E27FC236}">
                <a16:creationId xmlns:a16="http://schemas.microsoft.com/office/drawing/2014/main" id="{E691F604-DB24-E1B1-CD8D-23BFFC1444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6264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4" name="Textplatzhalter 27">
            <a:extLst>
              <a:ext uri="{FF2B5EF4-FFF2-40B4-BE49-F238E27FC236}">
                <a16:creationId xmlns:a16="http://schemas.microsoft.com/office/drawing/2014/main" id="{48B584AC-71CB-16D8-E722-8AC5553FE59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92602" y="183617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5" name="Textplatzhalter 27">
            <a:extLst>
              <a:ext uri="{FF2B5EF4-FFF2-40B4-BE49-F238E27FC236}">
                <a16:creationId xmlns:a16="http://schemas.microsoft.com/office/drawing/2014/main" id="{64EFC00D-C82F-63F3-901A-E32AA5563D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95418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6" name="Textplatzhalter 27">
            <a:extLst>
              <a:ext uri="{FF2B5EF4-FFF2-40B4-BE49-F238E27FC236}">
                <a16:creationId xmlns:a16="http://schemas.microsoft.com/office/drawing/2014/main" id="{2F484B0C-2F5D-4A41-8BBA-C15A9F143EB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50114" y="1831417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7" name="Textplatzhalter 27">
            <a:extLst>
              <a:ext uri="{FF2B5EF4-FFF2-40B4-BE49-F238E27FC236}">
                <a16:creationId xmlns:a16="http://schemas.microsoft.com/office/drawing/2014/main" id="{4885B59F-449F-B852-F442-3B1C68A2AA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9824" y="273724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8" name="Textplatzhalter 27">
            <a:extLst>
              <a:ext uri="{FF2B5EF4-FFF2-40B4-BE49-F238E27FC236}">
                <a16:creationId xmlns:a16="http://schemas.microsoft.com/office/drawing/2014/main" id="{AA5DC075-9286-B8C4-CD9F-B561C39392C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282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9" name="Textplatzhalter 27">
            <a:extLst>
              <a:ext uri="{FF2B5EF4-FFF2-40B4-BE49-F238E27FC236}">
                <a16:creationId xmlns:a16="http://schemas.microsoft.com/office/drawing/2014/main" id="{2B7C5942-88D4-4AE4-D493-E6EB256531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51992" y="460862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40939606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A6686-662F-EE43-BB59-A16BB461082B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AAED8CC9-45E8-1A12-FE4B-99B48514CF4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31317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0E65F99-D41E-97A8-5B90-921DFF4F75C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91174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2B30555-3BA5-1953-D982-C69CB839D8F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151032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B4DAEC7F-9097-CC65-18FC-ABDF8656180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9151031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99A24F7-6F45-D408-172F-9FCB5D02667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91174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F564AFF4-7AFB-5D44-CE32-7B8A59C9117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231317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1460" y="1371600"/>
            <a:ext cx="2775600" cy="1716981"/>
          </a:xfrm>
        </p:spPr>
        <p:txBody>
          <a:bodyPr/>
          <a:lstStyle>
            <a:lvl1pPr>
              <a:tabLst>
                <a:tab pos="1704975" algn="l"/>
              </a:tabLst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3E32DEA9-77CE-B434-4A3D-3AAB04FD78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000" y="6019388"/>
            <a:ext cx="5736917" cy="205200"/>
          </a:xfrm>
        </p:spPr>
        <p:txBody>
          <a:bodyPr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2220080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B28B8-E053-A14A-BE14-C125CBB805B8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0582" y="2700000"/>
            <a:ext cx="2778003" cy="3524588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Contact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08ED976-BD70-59ED-B970-3FA256DEEE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DADD2F24-DA82-E6C1-DFC7-E7D6DA1F104A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276512" y="1389564"/>
            <a:ext cx="856800" cy="856800"/>
          </a:xfrm>
        </p:spPr>
        <p:txBody>
          <a:bodyPr anchor="ctr"/>
          <a:lstStyle>
            <a:lvl1pPr algn="ctr">
              <a:tabLst>
                <a:tab pos="1704975" algn="l"/>
              </a:tabLst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QR-Code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8FD34BD-5602-5735-423C-351E3E46BFED}"/>
              </a:ext>
            </a:extLst>
          </p:cNvPr>
          <p:cNvCxnSpPr>
            <a:cxnSpLocks/>
          </p:cNvCxnSpPr>
          <p:nvPr userDrawn="1"/>
        </p:nvCxnSpPr>
        <p:spPr>
          <a:xfrm>
            <a:off x="270582" y="2492896"/>
            <a:ext cx="27780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5847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81D51-D571-214F-B6B1-41F4E8D1276D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ED6C-2F03-9B4E-AF0E-C4732D5E3233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772816"/>
            <a:ext cx="5384800" cy="43533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772816"/>
            <a:ext cx="5384800" cy="43533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86545D78-74CF-FD49-A81C-07313969E6AF}" type="datetime1">
              <a:rPr lang="en-US" smtClean="0"/>
              <a:t>8/8/25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Analyzing data on the level of cognitive processes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460C0-4577-42AB-91D8-C86D3BC9858D}" type="slidenum">
              <a:rPr lang="de-DE" smtClean="0"/>
              <a:t>‹#›</a:t>
            </a:fld>
            <a:endParaRPr lang="de-DE"/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527382" y="1700808"/>
            <a:ext cx="11137237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092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71463" y="244800"/>
            <a:ext cx="11650662" cy="6259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71461" y="870744"/>
            <a:ext cx="11650663" cy="53538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3E6F03BB-6BA8-674E-92CA-17F2A6CC957E}" type="datetime1">
              <a:rPr lang="en-US" noProof="0" smtClean="0"/>
              <a:t>8/8/25</a:t>
            </a:fld>
            <a:endParaRPr lang="en-GB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Analyzing data on the level of cognitive processes</a:t>
            </a:r>
            <a:endParaRPr lang="en-GB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C703539-8E35-D069-DBD5-3A4DCC125A4D}"/>
              </a:ext>
            </a:extLst>
          </p:cNvPr>
          <p:cNvSpPr txBox="1"/>
          <p:nvPr userDrawn="1"/>
        </p:nvSpPr>
        <p:spPr>
          <a:xfrm rot="5400000">
            <a:off x="11394044" y="5941110"/>
            <a:ext cx="1753783" cy="61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CH" sz="400" spc="40" baseline="0" noProof="0">
                <a:solidFill>
                  <a:schemeClr val="bg1">
                    <a:lumMod val="85000"/>
                  </a:schemeClr>
                </a:solidFill>
              </a:rPr>
              <a:t>Erstellt durch Vorlagenbauer.ch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0F7A25C-6B57-E378-A273-BBFF709DB255}"/>
              </a:ext>
            </a:extLst>
          </p:cNvPr>
          <p:cNvCxnSpPr>
            <a:cxnSpLocks/>
          </p:cNvCxnSpPr>
          <p:nvPr userDrawn="1"/>
        </p:nvCxnSpPr>
        <p:spPr>
          <a:xfrm>
            <a:off x="11703099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428D97A1-67D4-8BCE-2C75-BEA0093CDA16}"/>
              </a:ext>
            </a:extLst>
          </p:cNvPr>
          <p:cNvSpPr txBox="1"/>
          <p:nvPr userDrawn="1"/>
        </p:nvSpPr>
        <p:spPr>
          <a:xfrm>
            <a:off x="269875" y="6424761"/>
            <a:ext cx="1060992" cy="1508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 b="1" noProof="0">
                <a:latin typeface="Source Sans Pro SemiBold" panose="020B0603030403020204" pitchFamily="34" charset="0"/>
              </a:rPr>
              <a:t>University of Zurich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7B29EB8-D7DC-4128-6431-E45C30786CE8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8" r:id="rId2"/>
    <p:sldLayoutId id="2147483667" r:id="rId3"/>
    <p:sldLayoutId id="2147483683" r:id="rId4"/>
    <p:sldLayoutId id="2147483696" r:id="rId5"/>
    <p:sldLayoutId id="2147483695" r:id="rId6"/>
    <p:sldLayoutId id="2147483659" r:id="rId7"/>
    <p:sldLayoutId id="2147483669" r:id="rId8"/>
    <p:sldLayoutId id="2147483661" r:id="rId9"/>
    <p:sldLayoutId id="2147483674" r:id="rId10"/>
    <p:sldLayoutId id="2147483697" r:id="rId11"/>
    <p:sldLayoutId id="2147483675" r:id="rId12"/>
    <p:sldLayoutId id="2147483698" r:id="rId13"/>
    <p:sldLayoutId id="2147483671" r:id="rId14"/>
    <p:sldLayoutId id="2147483682" r:id="rId15"/>
    <p:sldLayoutId id="2147483684" r:id="rId16"/>
    <p:sldLayoutId id="2147483677" r:id="rId17"/>
    <p:sldLayoutId id="2147483672" r:id="rId18"/>
    <p:sldLayoutId id="2147483679" r:id="rId19"/>
    <p:sldLayoutId id="2147483685" r:id="rId20"/>
    <p:sldLayoutId id="2147483680" r:id="rId21"/>
    <p:sldLayoutId id="2147483681" r:id="rId22"/>
    <p:sldLayoutId id="2147483686" r:id="rId23"/>
    <p:sldLayoutId id="2147483687" r:id="rId24"/>
    <p:sldLayoutId id="2147483691" r:id="rId25"/>
    <p:sldLayoutId id="2147483690" r:id="rId26"/>
    <p:sldLayoutId id="2147483699" r:id="rId27"/>
    <p:sldLayoutId id="2147483688" r:id="rId28"/>
    <p:sldLayoutId id="2147483692" r:id="rId29"/>
    <p:sldLayoutId id="2147483670" r:id="rId30"/>
    <p:sldLayoutId id="2147483700" r:id="rId31"/>
    <p:sldLayoutId id="2147483678" r:id="rId32"/>
    <p:sldLayoutId id="2147483693" r:id="rId33"/>
    <p:sldLayoutId id="2147483663" r:id="rId34"/>
    <p:sldLayoutId id="2147483664" r:id="rId35"/>
    <p:sldLayoutId id="2147483701" r:id="rId36"/>
  </p:sldLayoutIdLst>
  <p:hf hdr="0" dt="0"/>
  <p:txStyles>
    <p:titleStyle>
      <a:lvl1pPr algn="l" defTabSz="914400" rtl="0" eaLnBrk="1" latinLnBrk="0" hangingPunct="1">
        <a:lnSpc>
          <a:spcPct val="97000"/>
        </a:lnSpc>
        <a:spcBef>
          <a:spcPct val="0"/>
        </a:spcBef>
        <a:buNone/>
        <a:defRPr sz="2400" b="1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3000"/>
        </a:lnSpc>
        <a:spcBef>
          <a:spcPts val="0"/>
        </a:spcBef>
        <a:buFont typeface="+mj-lt"/>
        <a:buNone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226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8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1090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522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98000"/>
        </a:lnSpc>
        <a:spcBef>
          <a:spcPts val="0"/>
        </a:spcBef>
        <a:buFont typeface="+mj-lt"/>
        <a:buNone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174625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5738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 userDrawn="1">
          <p15:clr>
            <a:srgbClr val="A4A3A4"/>
          </p15:clr>
        </p15:guide>
        <p15:guide id="2" pos="7510" userDrawn="1">
          <p15:clr>
            <a:srgbClr val="A4A3A4"/>
          </p15:clr>
        </p15:guide>
        <p15:guide id="3" orient="horz" pos="3921" userDrawn="1">
          <p15:clr>
            <a:srgbClr val="A4A3A4"/>
          </p15:clr>
        </p15:guide>
        <p15:guide id="4" orient="horz" pos="546" userDrawn="1">
          <p15:clr>
            <a:srgbClr val="A4A3A4"/>
          </p15:clr>
        </p15:guide>
        <p15:guide id="6" orient="horz" pos="172" userDrawn="1">
          <p15:clr>
            <a:srgbClr val="A4A3A4"/>
          </p15:clr>
        </p15:guide>
        <p15:guide id="7" orient="horz" pos="86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platzhalter 10" descr="Ein Bild, das Uhr, Screenshot, Kunst, Design enthält.&#10;&#10;Automatisch generierte Beschreibung">
            <a:extLst>
              <a:ext uri="{FF2B5EF4-FFF2-40B4-BE49-F238E27FC236}">
                <a16:creationId xmlns:a16="http://schemas.microsoft.com/office/drawing/2014/main" id="{035123AE-670A-AC3C-7A8B-A89179F6FD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t="2928" r="19833" b="30728"/>
          <a:stretch/>
        </p:blipFill>
        <p:spPr>
          <a:xfrm>
            <a:off x="269875" y="1080000"/>
            <a:ext cx="11652249" cy="5513115"/>
          </a:xfr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0AE96C8-1312-C2F7-A819-F53E03CDE4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Institute of Psychology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2B04569-5531-A75B-1BAC-07589657E9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" y="3609020"/>
            <a:ext cx="9054644" cy="163150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Analyzing data on the level of cognitive processes </a:t>
            </a:r>
          </a:p>
          <a:p>
            <a:pPr>
              <a:spcAft>
                <a:spcPts val="600"/>
              </a:spcAft>
            </a:pPr>
            <a:r>
              <a:rPr lang="en-US" sz="2400" b="0" noProof="0" dirty="0"/>
              <a:t>Gidon Frischkorn, Ruhi Bhanap &amp; Isabel Courage</a:t>
            </a:r>
          </a:p>
          <a:p>
            <a:pPr lvl="2"/>
            <a:r>
              <a:rPr lang="en-US" dirty="0"/>
              <a:t>Satellite Workshop at the 24</a:t>
            </a:r>
            <a:r>
              <a:rPr lang="en-US" baseline="30000" dirty="0"/>
              <a:t>th</a:t>
            </a:r>
            <a:r>
              <a:rPr lang="en-US" dirty="0"/>
              <a:t> ESCoP conference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41704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04B2B-33BE-7AC9-1865-7A2F74DFA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E937B5-5995-AC4B-CE07-876BAF814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00" y="244800"/>
            <a:ext cx="9350792" cy="625944"/>
          </a:xfrm>
        </p:spPr>
        <p:txBody>
          <a:bodyPr>
            <a:normAutofit/>
          </a:bodyPr>
          <a:lstStyle/>
          <a:p>
            <a:r>
              <a:rPr lang="en-US" dirty="0"/>
              <a:t>Who are we?</a:t>
            </a:r>
            <a:endParaRPr lang="en-US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613D13-91DF-5F96-A1D9-5A7B93B6F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460C0-4577-42AB-91D8-C86D3BC9858D}" type="slidenum">
              <a:rPr lang="de-DE" smtClean="0"/>
              <a:t>2</a:t>
            </a:fld>
            <a:endParaRPr lang="de-DE"/>
          </a:p>
        </p:txBody>
      </p:sp>
      <p:sp>
        <p:nvSpPr>
          <p:cNvPr id="28" name="Hexagon 27">
            <a:extLst>
              <a:ext uri="{FF2B5EF4-FFF2-40B4-BE49-F238E27FC236}">
                <a16:creationId xmlns:a16="http://schemas.microsoft.com/office/drawing/2014/main" id="{8BE44511-8BA3-8DF9-83A4-7A652434992C}"/>
              </a:ext>
            </a:extLst>
          </p:cNvPr>
          <p:cNvSpPr>
            <a:spLocks noChangeAspect="1"/>
          </p:cNvSpPr>
          <p:nvPr/>
        </p:nvSpPr>
        <p:spPr>
          <a:xfrm>
            <a:off x="260749" y="1701451"/>
            <a:ext cx="1510913" cy="1371600"/>
          </a:xfrm>
          <a:prstGeom prst="hexagon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err="1"/>
              <a:t>PostDoc</a:t>
            </a:r>
            <a:r>
              <a:rPr lang="en-US" dirty="0"/>
              <a:t> &amp; SNF Ambizione Fellow</a:t>
            </a:r>
          </a:p>
          <a:p>
            <a:pPr algn="ctr"/>
            <a:r>
              <a:rPr lang="en-US" sz="1400" dirty="0"/>
              <a:t>Zurich</a:t>
            </a:r>
            <a:endParaRPr lang="en-US" dirty="0"/>
          </a:p>
        </p:txBody>
      </p:sp>
      <p:pic>
        <p:nvPicPr>
          <p:cNvPr id="30" name="Picture 3">
            <a:extLst>
              <a:ext uri="{FF2B5EF4-FFF2-40B4-BE49-F238E27FC236}">
                <a16:creationId xmlns:a16="http://schemas.microsoft.com/office/drawing/2014/main" id="{ABD9EA53-B9A6-7303-D89F-BBFD316A36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294" y="757737"/>
            <a:ext cx="1629514" cy="1629514"/>
          </a:xfrm>
          <a:prstGeom prst="ellipse">
            <a:avLst/>
          </a:prstGeom>
          <a:ln w="190500" cap="rnd">
            <a:noFill/>
            <a:prstDash val="solid"/>
          </a:ln>
          <a:effectLst/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extrusionClr>
              <a:srgbClr val="000000"/>
            </a:extrusionClr>
          </a:sp3d>
        </p:spPr>
      </p:pic>
      <p:sp>
        <p:nvSpPr>
          <p:cNvPr id="33" name="Hexagon 32">
            <a:extLst>
              <a:ext uri="{FF2B5EF4-FFF2-40B4-BE49-F238E27FC236}">
                <a16:creationId xmlns:a16="http://schemas.microsoft.com/office/drawing/2014/main" id="{C0A94CDB-4AF9-7BD5-DF67-C76057657092}"/>
              </a:ext>
            </a:extLst>
          </p:cNvPr>
          <p:cNvSpPr>
            <a:spLocks noChangeAspect="1"/>
          </p:cNvSpPr>
          <p:nvPr/>
        </p:nvSpPr>
        <p:spPr>
          <a:xfrm>
            <a:off x="1646374" y="2506576"/>
            <a:ext cx="1510913" cy="1371600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Individual Differences in cognitive</a:t>
            </a:r>
          </a:p>
          <a:p>
            <a:pPr algn="ctr"/>
            <a:r>
              <a:rPr lang="en-US" dirty="0"/>
              <a:t>processes</a:t>
            </a:r>
          </a:p>
        </p:txBody>
      </p:sp>
      <p:sp>
        <p:nvSpPr>
          <p:cNvPr id="34" name="Hexagon 33">
            <a:extLst>
              <a:ext uri="{FF2B5EF4-FFF2-40B4-BE49-F238E27FC236}">
                <a16:creationId xmlns:a16="http://schemas.microsoft.com/office/drawing/2014/main" id="{1E551868-45DB-2631-5BB5-B9A1769C6DE5}"/>
              </a:ext>
            </a:extLst>
          </p:cNvPr>
          <p:cNvSpPr>
            <a:spLocks noChangeAspect="1"/>
          </p:cNvSpPr>
          <p:nvPr/>
        </p:nvSpPr>
        <p:spPr>
          <a:xfrm>
            <a:off x="3031998" y="1696934"/>
            <a:ext cx="1510913" cy="1371600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Mathematical Modelling of Cognition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18200AD2-214C-49D8-BAAA-B9C907539C89}"/>
              </a:ext>
            </a:extLst>
          </p:cNvPr>
          <p:cNvSpPr>
            <a:spLocks noChangeAspect="1"/>
          </p:cNvSpPr>
          <p:nvPr/>
        </p:nvSpPr>
        <p:spPr>
          <a:xfrm>
            <a:off x="3766343" y="3918424"/>
            <a:ext cx="1510913" cy="1371600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PhD student</a:t>
            </a:r>
          </a:p>
          <a:p>
            <a:pPr algn="ctr"/>
            <a:r>
              <a:rPr lang="en-US" sz="1400" dirty="0"/>
              <a:t>University of Zurich</a:t>
            </a:r>
            <a:endParaRPr lang="en-US" dirty="0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2328BC3C-7346-ACE2-BD94-A0D13854B0A9}"/>
              </a:ext>
            </a:extLst>
          </p:cNvPr>
          <p:cNvSpPr>
            <a:spLocks noChangeAspect="1"/>
          </p:cNvSpPr>
          <p:nvPr/>
        </p:nvSpPr>
        <p:spPr>
          <a:xfrm>
            <a:off x="5151968" y="4723549"/>
            <a:ext cx="1510913" cy="1371600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Topic 1</a:t>
            </a:r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FD55D6A9-AC3C-5278-CA5E-570EAFEA4BB1}"/>
              </a:ext>
            </a:extLst>
          </p:cNvPr>
          <p:cNvSpPr>
            <a:spLocks noChangeAspect="1"/>
          </p:cNvSpPr>
          <p:nvPr/>
        </p:nvSpPr>
        <p:spPr>
          <a:xfrm>
            <a:off x="6537592" y="3913907"/>
            <a:ext cx="1510913" cy="1371600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Topic 2</a:t>
            </a:r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86AB5D5-2D83-E7AD-4BD6-66E50500CE85}"/>
              </a:ext>
            </a:extLst>
          </p:cNvPr>
          <p:cNvSpPr>
            <a:spLocks noChangeAspect="1"/>
          </p:cNvSpPr>
          <p:nvPr/>
        </p:nvSpPr>
        <p:spPr>
          <a:xfrm>
            <a:off x="7326458" y="1701450"/>
            <a:ext cx="1510913" cy="1371600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err="1"/>
              <a:t>PostDoc</a:t>
            </a:r>
            <a:endParaRPr lang="en-US" dirty="0"/>
          </a:p>
          <a:p>
            <a:pPr algn="ctr"/>
            <a:r>
              <a:rPr lang="en-US" dirty="0"/>
              <a:t>TU Dresden</a:t>
            </a:r>
          </a:p>
        </p:txBody>
      </p:sp>
      <p:sp>
        <p:nvSpPr>
          <p:cNvPr id="12" name="Hexagon 11">
            <a:extLst>
              <a:ext uri="{FF2B5EF4-FFF2-40B4-BE49-F238E27FC236}">
                <a16:creationId xmlns:a16="http://schemas.microsoft.com/office/drawing/2014/main" id="{6627BBD7-1CFB-D111-D0CD-32816DC5C9DE}"/>
              </a:ext>
            </a:extLst>
          </p:cNvPr>
          <p:cNvSpPr>
            <a:spLocks noChangeAspect="1"/>
          </p:cNvSpPr>
          <p:nvPr/>
        </p:nvSpPr>
        <p:spPr>
          <a:xfrm>
            <a:off x="8746991" y="2506576"/>
            <a:ext cx="1510913" cy="1371600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Topic 1</a:t>
            </a:r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AE943FB5-3861-2A5D-2B68-CEC882DE5935}"/>
              </a:ext>
            </a:extLst>
          </p:cNvPr>
          <p:cNvSpPr>
            <a:spLocks noChangeAspect="1"/>
          </p:cNvSpPr>
          <p:nvPr/>
        </p:nvSpPr>
        <p:spPr>
          <a:xfrm>
            <a:off x="10097707" y="1696933"/>
            <a:ext cx="1510913" cy="1371600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Topic 2</a:t>
            </a:r>
          </a:p>
        </p:txBody>
      </p:sp>
      <p:pic>
        <p:nvPicPr>
          <p:cNvPr id="14" name="Picture 2" descr="Ruhi Bhanap">
            <a:extLst>
              <a:ext uri="{FF2B5EF4-FFF2-40B4-BE49-F238E27FC236}">
                <a16:creationId xmlns:a16="http://schemas.microsoft.com/office/drawing/2014/main" id="{233C2A81-9831-FA97-9FB6-EC62ED987F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186"/>
          <a:stretch>
            <a:fillRect/>
          </a:stretch>
        </p:blipFill>
        <p:spPr bwMode="auto">
          <a:xfrm>
            <a:off x="8687691" y="752917"/>
            <a:ext cx="1629514" cy="1629816"/>
          </a:xfrm>
          <a:prstGeom prst="ellipse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sabel Courage">
            <a:extLst>
              <a:ext uri="{FF2B5EF4-FFF2-40B4-BE49-F238E27FC236}">
                <a16:creationId xmlns:a16="http://schemas.microsoft.com/office/drawing/2014/main" id="{DB256B02-519B-FC6F-0BC3-E57D1E6A52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75" b="17675"/>
          <a:stretch>
            <a:fillRect/>
          </a:stretch>
        </p:blipFill>
        <p:spPr bwMode="auto">
          <a:xfrm>
            <a:off x="5113779" y="2939576"/>
            <a:ext cx="1629514" cy="1619844"/>
          </a:xfrm>
          <a:prstGeom prst="ellipse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06677E8-1DFA-629E-6CBF-013DC0346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</p:spTree>
    <p:extLst>
      <p:ext uri="{BB962C8B-B14F-4D97-AF65-F5344CB8AC3E}">
        <p14:creationId xmlns:p14="http://schemas.microsoft.com/office/powerpoint/2010/main" val="2854087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3" grpId="0" animBg="1"/>
      <p:bldP spid="34" grpId="0" animBg="1"/>
      <p:bldP spid="3" grpId="0" animBg="1"/>
      <p:bldP spid="7" grpId="0" animBg="1"/>
      <p:bldP spid="8" grpId="0" animBg="1"/>
      <p:bldP spid="10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09B6D-61E1-03D5-462C-B8333DAC9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3E6607-7AC1-8DF7-1959-1ED8BA8F4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Workshop: Overview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FB0693-8448-E99F-2350-D61F4A7F2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460C0-4577-42AB-91D8-C86D3BC9858D}" type="slidenum">
              <a:rPr lang="de-DE" smtClean="0"/>
              <a:t>3</a:t>
            </a:fld>
            <a:endParaRPr lang="de-DE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63ACBC6F-7842-FDFB-2C52-3F8A2C667863}"/>
              </a:ext>
            </a:extLst>
          </p:cNvPr>
          <p:cNvSpPr>
            <a:spLocks noChangeAspect="1"/>
          </p:cNvSpPr>
          <p:nvPr/>
        </p:nvSpPr>
        <p:spPr>
          <a:xfrm>
            <a:off x="1703513" y="1412775"/>
            <a:ext cx="1510913" cy="1371600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Analysis reflects (some) theory</a:t>
            </a:r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BFEAC09D-711E-0C10-3AAF-C3F8374AB485}"/>
              </a:ext>
            </a:extLst>
          </p:cNvPr>
          <p:cNvSpPr/>
          <p:nvPr/>
        </p:nvSpPr>
        <p:spPr>
          <a:xfrm>
            <a:off x="2855640" y="2131867"/>
            <a:ext cx="1872208" cy="1699581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Signal-Detection Models</a:t>
            </a:r>
          </a:p>
          <a:p>
            <a:pPr algn="ctr"/>
            <a:r>
              <a:rPr lang="en-US" sz="1400" dirty="0"/>
              <a:t>(brms)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7EA899-040B-5A7C-432A-10919D478712}"/>
              </a:ext>
            </a:extLst>
          </p:cNvPr>
          <p:cNvSpPr txBox="1"/>
          <p:nvPr/>
        </p:nvSpPr>
        <p:spPr>
          <a:xfrm>
            <a:off x="1703513" y="870744"/>
            <a:ext cx="2376263" cy="3016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</a:rPr>
              <a:t>Monday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1CC73C-2C17-55D6-48EF-963BDC68A70D}"/>
              </a:ext>
            </a:extLst>
          </p:cNvPr>
          <p:cNvSpPr txBox="1"/>
          <p:nvPr/>
        </p:nvSpPr>
        <p:spPr>
          <a:xfrm>
            <a:off x="5123893" y="870744"/>
            <a:ext cx="2376263" cy="3016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</a:rPr>
              <a:t>Tuesday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6EC257-6EC0-43DE-B135-7AB55E16689A}"/>
              </a:ext>
            </a:extLst>
          </p:cNvPr>
          <p:cNvSpPr txBox="1"/>
          <p:nvPr/>
        </p:nvSpPr>
        <p:spPr>
          <a:xfrm>
            <a:off x="0" y="2138505"/>
            <a:ext cx="1368152" cy="3016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b="1" dirty="0"/>
              <a:t>Morning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BC9D83-1A70-658E-3EAE-901694F516BD}"/>
              </a:ext>
            </a:extLst>
          </p:cNvPr>
          <p:cNvSpPr txBox="1"/>
          <p:nvPr/>
        </p:nvSpPr>
        <p:spPr>
          <a:xfrm>
            <a:off x="0" y="4886518"/>
            <a:ext cx="1368152" cy="3016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b="1" dirty="0"/>
              <a:t>Afternoon</a:t>
            </a:r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D9EF3DB4-D56E-FDB4-89D9-6F7ABA520C18}"/>
              </a:ext>
            </a:extLst>
          </p:cNvPr>
          <p:cNvSpPr/>
          <p:nvPr/>
        </p:nvSpPr>
        <p:spPr>
          <a:xfrm>
            <a:off x="1592266" y="4118698"/>
            <a:ext cx="1872208" cy="1699581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Memory Measurement Model</a:t>
            </a:r>
          </a:p>
          <a:p>
            <a:pPr algn="ctr"/>
            <a:r>
              <a:rPr lang="en-US" sz="1400" dirty="0"/>
              <a:t>(</a:t>
            </a:r>
            <a:r>
              <a:rPr lang="en-US" sz="1400" dirty="0" err="1"/>
              <a:t>bmm</a:t>
            </a:r>
            <a:r>
              <a:rPr lang="en-US" sz="1400" dirty="0"/>
              <a:t>)</a:t>
            </a:r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2420B2D9-8151-731F-6531-D381D665E8F5}"/>
              </a:ext>
            </a:extLst>
          </p:cNvPr>
          <p:cNvSpPr>
            <a:spLocks noChangeAspect="1"/>
          </p:cNvSpPr>
          <p:nvPr/>
        </p:nvSpPr>
        <p:spPr>
          <a:xfrm>
            <a:off x="3143672" y="5075289"/>
            <a:ext cx="1510913" cy="1371600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Practical</a:t>
            </a:r>
          </a:p>
          <a:p>
            <a:pPr algn="ctr"/>
            <a:r>
              <a:rPr lang="en-US" dirty="0"/>
              <a:t>Exercises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9287288-82A6-9FDD-F0A9-8F5706C663F9}"/>
              </a:ext>
            </a:extLst>
          </p:cNvPr>
          <p:cNvCxnSpPr>
            <a:cxnSpLocks/>
          </p:cNvCxnSpPr>
          <p:nvPr/>
        </p:nvCxnSpPr>
        <p:spPr>
          <a:xfrm>
            <a:off x="182880" y="3959352"/>
            <a:ext cx="8001352" cy="0"/>
          </a:xfrm>
          <a:prstGeom prst="line">
            <a:avLst/>
          </a:prstGeom>
          <a:ln w="571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Hexagon 3">
            <a:extLst>
              <a:ext uri="{FF2B5EF4-FFF2-40B4-BE49-F238E27FC236}">
                <a16:creationId xmlns:a16="http://schemas.microsoft.com/office/drawing/2014/main" id="{DAC28EC8-1625-7B25-B23E-228BB40B707D}"/>
              </a:ext>
            </a:extLst>
          </p:cNvPr>
          <p:cNvSpPr/>
          <p:nvPr/>
        </p:nvSpPr>
        <p:spPr>
          <a:xfrm>
            <a:off x="4871864" y="1332606"/>
            <a:ext cx="1872208" cy="1699581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Diffusion Decision Model</a:t>
            </a:r>
          </a:p>
          <a:p>
            <a:pPr algn="ctr"/>
            <a:r>
              <a:rPr lang="en-US" sz="1400" dirty="0"/>
              <a:t>(</a:t>
            </a:r>
            <a:r>
              <a:rPr lang="en-US" sz="1400" dirty="0" err="1"/>
              <a:t>bmm</a:t>
            </a:r>
            <a:r>
              <a:rPr lang="en-US" sz="1400" dirty="0"/>
              <a:t>)</a:t>
            </a: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F6D4406-0861-7F45-1AA0-0AC44E8CAE12}"/>
              </a:ext>
            </a:extLst>
          </p:cNvPr>
          <p:cNvSpPr>
            <a:spLocks noChangeAspect="1"/>
          </p:cNvSpPr>
          <p:nvPr/>
        </p:nvSpPr>
        <p:spPr>
          <a:xfrm>
            <a:off x="6423270" y="2289197"/>
            <a:ext cx="1510913" cy="1371600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Practical</a:t>
            </a:r>
          </a:p>
          <a:p>
            <a:pPr algn="ctr"/>
            <a:r>
              <a:rPr lang="en-US" dirty="0"/>
              <a:t>Exercises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D01F4141-896C-0A30-C527-B060FA3B4CBF}"/>
              </a:ext>
            </a:extLst>
          </p:cNvPr>
          <p:cNvSpPr>
            <a:spLocks noChangeAspect="1"/>
          </p:cNvSpPr>
          <p:nvPr/>
        </p:nvSpPr>
        <p:spPr>
          <a:xfrm>
            <a:off x="4871864" y="4118698"/>
            <a:ext cx="1584176" cy="1438108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/>
              <a:t>Signal Discrimination</a:t>
            </a:r>
          </a:p>
          <a:p>
            <a:pPr algn="ctr"/>
            <a:r>
              <a:rPr lang="en-US" sz="1400" dirty="0"/>
              <a:t>Model</a:t>
            </a:r>
          </a:p>
        </p:txBody>
      </p:sp>
      <p:sp>
        <p:nvSpPr>
          <p:cNvPr id="28" name="Hexagon 27">
            <a:extLst>
              <a:ext uri="{FF2B5EF4-FFF2-40B4-BE49-F238E27FC236}">
                <a16:creationId xmlns:a16="http://schemas.microsoft.com/office/drawing/2014/main" id="{57016D3B-C279-F2E7-4163-EEEDACE688CC}"/>
              </a:ext>
            </a:extLst>
          </p:cNvPr>
          <p:cNvSpPr>
            <a:spLocks noChangeAspect="1"/>
          </p:cNvSpPr>
          <p:nvPr/>
        </p:nvSpPr>
        <p:spPr>
          <a:xfrm>
            <a:off x="6198755" y="4986653"/>
            <a:ext cx="1584176" cy="1438108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/>
              <a:t>Reporting Results from Cognitive Modelling Analyses</a:t>
            </a:r>
          </a:p>
        </p:txBody>
      </p:sp>
      <p:sp>
        <p:nvSpPr>
          <p:cNvPr id="31" name="Hexagon 30">
            <a:extLst>
              <a:ext uri="{FF2B5EF4-FFF2-40B4-BE49-F238E27FC236}">
                <a16:creationId xmlns:a16="http://schemas.microsoft.com/office/drawing/2014/main" id="{FD5D74B9-09AB-A272-5D2D-EC4EDAA976E9}"/>
              </a:ext>
            </a:extLst>
          </p:cNvPr>
          <p:cNvSpPr/>
          <p:nvPr/>
        </p:nvSpPr>
        <p:spPr>
          <a:xfrm>
            <a:off x="8760296" y="1332606"/>
            <a:ext cx="1872208" cy="1699581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Materials are available via GitHub</a:t>
            </a:r>
            <a:endParaRPr lang="en-US" sz="1400" dirty="0"/>
          </a:p>
        </p:txBody>
      </p:sp>
      <p:sp>
        <p:nvSpPr>
          <p:cNvPr id="32" name="Hexagon 31">
            <a:extLst>
              <a:ext uri="{FF2B5EF4-FFF2-40B4-BE49-F238E27FC236}">
                <a16:creationId xmlns:a16="http://schemas.microsoft.com/office/drawing/2014/main" id="{B8AF8667-8FAC-A0A5-B57F-BB76AB0E0C8F}"/>
              </a:ext>
            </a:extLst>
          </p:cNvPr>
          <p:cNvSpPr/>
          <p:nvPr/>
        </p:nvSpPr>
        <p:spPr>
          <a:xfrm>
            <a:off x="10213060" y="2579209"/>
            <a:ext cx="1872208" cy="1699581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30 Min. Coffee Breaks</a:t>
            </a:r>
          </a:p>
          <a:p>
            <a:pPr algn="ctr"/>
            <a:r>
              <a:rPr lang="en-US" sz="1400" dirty="0"/>
              <a:t>10:30 &amp; 15:00</a:t>
            </a:r>
          </a:p>
          <a:p>
            <a:pPr algn="ctr"/>
            <a:endParaRPr lang="en-US" sz="400" dirty="0"/>
          </a:p>
          <a:p>
            <a:pPr lvl="0" algn="ctr"/>
            <a:r>
              <a:rPr lang="en-US" dirty="0">
                <a:solidFill>
                  <a:prstClr val="white"/>
                </a:solidFill>
              </a:rPr>
              <a:t>60 Min. Lunch Break</a:t>
            </a:r>
          </a:p>
          <a:p>
            <a:pPr lvl="0" algn="ctr"/>
            <a:r>
              <a:rPr lang="en-US" sz="1400" dirty="0">
                <a:solidFill>
                  <a:prstClr val="white"/>
                </a:solidFill>
              </a:rPr>
              <a:t>12:30</a:t>
            </a:r>
            <a:r>
              <a:rPr lang="en-US" sz="1200" dirty="0"/>
              <a:t> </a:t>
            </a:r>
          </a:p>
        </p:txBody>
      </p:sp>
      <p:sp>
        <p:nvSpPr>
          <p:cNvPr id="33" name="Hexagon 32">
            <a:extLst>
              <a:ext uri="{FF2B5EF4-FFF2-40B4-BE49-F238E27FC236}">
                <a16:creationId xmlns:a16="http://schemas.microsoft.com/office/drawing/2014/main" id="{AD7B4152-3C26-FBDC-5A87-EA1256A9B275}"/>
              </a:ext>
            </a:extLst>
          </p:cNvPr>
          <p:cNvSpPr/>
          <p:nvPr/>
        </p:nvSpPr>
        <p:spPr>
          <a:xfrm>
            <a:off x="9343275" y="4494764"/>
            <a:ext cx="1872208" cy="1699581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Ask questions whenever something is not clear</a:t>
            </a:r>
          </a:p>
          <a:p>
            <a:pPr algn="ctr"/>
            <a:r>
              <a:rPr lang="en-US" sz="1400" dirty="0">
                <a:sym typeface="Wingdings" pitchFamily="2" charset="2"/>
              </a:rPr>
              <a:t>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24482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6" grpId="0" animBg="1"/>
      <p:bldP spid="17" grpId="0" animBg="1"/>
      <p:bldP spid="4" grpId="0" animBg="1"/>
      <p:bldP spid="5" grpId="0" animBg="1"/>
      <p:bldP spid="15" grpId="0" animBg="1"/>
      <p:bldP spid="28" grpId="0" animBg="1"/>
      <p:bldP spid="31" grpId="0" animBg="1"/>
      <p:bldP spid="32" grpId="0" animBg="1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0205F-6DA7-2486-0658-622B1634F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FE650-0B49-E64A-A6BD-3E256716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Analytic Model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D366D-F292-07DE-F525-B6B51A8F1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4</a:t>
            </a:fld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0D2D7CCF-FAF7-749A-873D-3FA00318514C}"/>
              </a:ext>
            </a:extLst>
          </p:cNvPr>
          <p:cNvSpPr>
            <a:spLocks noChangeAspect="1"/>
          </p:cNvSpPr>
          <p:nvPr/>
        </p:nvSpPr>
        <p:spPr>
          <a:xfrm>
            <a:off x="10531100" y="177732"/>
            <a:ext cx="1510913" cy="1371600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Analysis reflects (some) theory</a:t>
            </a:r>
          </a:p>
        </p:txBody>
      </p:sp>
      <p:sp>
        <p:nvSpPr>
          <p:cNvPr id="5" name="Abgerundetes Rechteck 23">
            <a:extLst>
              <a:ext uri="{FF2B5EF4-FFF2-40B4-BE49-F238E27FC236}">
                <a16:creationId xmlns:a16="http://schemas.microsoft.com/office/drawing/2014/main" id="{1BCEF3AD-2C3E-7496-CDC6-3B8F003424F1}"/>
              </a:ext>
            </a:extLst>
          </p:cNvPr>
          <p:cNvSpPr/>
          <p:nvPr/>
        </p:nvSpPr>
        <p:spPr bwMode="auto">
          <a:xfrm>
            <a:off x="695400" y="1628800"/>
            <a:ext cx="5760640" cy="3816424"/>
          </a:xfrm>
          <a:prstGeom prst="roundRect">
            <a:avLst>
              <a:gd name="adj" fmla="val 9863"/>
            </a:avLst>
          </a:prstGeom>
          <a:solidFill>
            <a:schemeClr val="bg2"/>
          </a:solidFill>
          <a:ln w="381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  <a:cs typeface="Arial" charset="0"/>
              </a:rPr>
              <a:t>Linear Mixed Model</a:t>
            </a:r>
          </a:p>
        </p:txBody>
      </p:sp>
      <p:sp>
        <p:nvSpPr>
          <p:cNvPr id="9" name="Pfeil nach rechts 6">
            <a:extLst>
              <a:ext uri="{FF2B5EF4-FFF2-40B4-BE49-F238E27FC236}">
                <a16:creationId xmlns:a16="http://schemas.microsoft.com/office/drawing/2014/main" id="{721921A5-991C-65F3-E165-32CC098A4880}"/>
              </a:ext>
            </a:extLst>
          </p:cNvPr>
          <p:cNvSpPr/>
          <p:nvPr/>
        </p:nvSpPr>
        <p:spPr bwMode="auto">
          <a:xfrm flipH="1">
            <a:off x="3234854" y="2404804"/>
            <a:ext cx="2098632" cy="458635"/>
          </a:xfrm>
          <a:prstGeom prst="rightArrow">
            <a:avLst>
              <a:gd name="adj1" fmla="val 52294"/>
              <a:gd name="adj2" fmla="val 53549"/>
            </a:avLst>
          </a:prstGeom>
          <a:solidFill>
            <a:srgbClr val="3353B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</a:rPr>
              <a:t>stems from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11" name="Sechseck 2">
            <a:extLst>
              <a:ext uri="{FF2B5EF4-FFF2-40B4-BE49-F238E27FC236}">
                <a16:creationId xmlns:a16="http://schemas.microsoft.com/office/drawing/2014/main" id="{EA97B7D9-3C71-4B44-9495-588DBE0B23DF}"/>
              </a:ext>
            </a:extLst>
          </p:cNvPr>
          <p:cNvSpPr/>
          <p:nvPr/>
        </p:nvSpPr>
        <p:spPr bwMode="auto">
          <a:xfrm>
            <a:off x="2022282" y="2435315"/>
            <a:ext cx="1338577" cy="1207086"/>
          </a:xfrm>
          <a:prstGeom prst="hexagon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Data: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sz="1600" b="0" i="0" u="none" strike="noStrike" cap="none" normalizeH="0" baseline="-25000" dirty="0" err="1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charset="0"/>
                <a:cs typeface="Arial" charset="0"/>
              </a:rPr>
              <a:t>Observerd</a:t>
            </a:r>
            <a:endParaRPr kumimoji="0" lang="en-AU" sz="1600" b="0" i="0" u="none" strike="noStrike" cap="none" normalizeH="0" baseline="-2500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baseline="-25000" dirty="0" err="1">
                <a:solidFill>
                  <a:schemeClr val="bg1"/>
                </a:solidFill>
              </a:rPr>
              <a:t>Behavior</a:t>
            </a:r>
            <a:endParaRPr kumimoji="0" lang="en-AU" sz="1600" b="0" i="0" u="none" strike="noStrike" cap="none" normalizeH="0" baseline="-2500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2" name="Sechseck 5">
            <a:extLst>
              <a:ext uri="{FF2B5EF4-FFF2-40B4-BE49-F238E27FC236}">
                <a16:creationId xmlns:a16="http://schemas.microsoft.com/office/drawing/2014/main" id="{1B76AB71-675A-CBD4-D77F-BD9A896CBFB6}"/>
              </a:ext>
            </a:extLst>
          </p:cNvPr>
          <p:cNvSpPr/>
          <p:nvPr/>
        </p:nvSpPr>
        <p:spPr bwMode="auto">
          <a:xfrm>
            <a:off x="4954503" y="2435315"/>
            <a:ext cx="1338577" cy="1207086"/>
          </a:xfrm>
          <a:prstGeom prst="hexagon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Underlying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Distribution</a:t>
            </a:r>
            <a:endParaRPr kumimoji="0" lang="en-AU" sz="1600" b="0" i="0" u="none" strike="noStrike" cap="none" normalizeH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13" name="Sechseck 9">
            <a:extLst>
              <a:ext uri="{FF2B5EF4-FFF2-40B4-BE49-F238E27FC236}">
                <a16:creationId xmlns:a16="http://schemas.microsoft.com/office/drawing/2014/main" id="{84BE4DFB-D4B9-8F0C-26E0-8F26C52C75CA}"/>
              </a:ext>
            </a:extLst>
          </p:cNvPr>
          <p:cNvSpPr/>
          <p:nvPr/>
        </p:nvSpPr>
        <p:spPr bwMode="auto">
          <a:xfrm>
            <a:off x="936683" y="1781929"/>
            <a:ext cx="1338577" cy="1207086"/>
          </a:xfrm>
          <a:prstGeom prst="hexagon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Responses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200" dirty="0">
                <a:solidFill>
                  <a:schemeClr val="bg1"/>
                </a:solidFill>
              </a:rPr>
              <a:t>Accuracies</a:t>
            </a:r>
          </a:p>
        </p:txBody>
      </p:sp>
      <p:sp>
        <p:nvSpPr>
          <p:cNvPr id="14" name="Sechseck 11">
            <a:extLst>
              <a:ext uri="{FF2B5EF4-FFF2-40B4-BE49-F238E27FC236}">
                <a16:creationId xmlns:a16="http://schemas.microsoft.com/office/drawing/2014/main" id="{D542276D-7B1E-78FA-D2BD-955B3FB861B1}"/>
              </a:ext>
            </a:extLst>
          </p:cNvPr>
          <p:cNvSpPr/>
          <p:nvPr/>
        </p:nvSpPr>
        <p:spPr bwMode="auto">
          <a:xfrm>
            <a:off x="936682" y="3077732"/>
            <a:ext cx="1338577" cy="1207086"/>
          </a:xfrm>
          <a:prstGeom prst="hexagon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Reaction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Times</a:t>
            </a:r>
          </a:p>
        </p:txBody>
      </p:sp>
      <p:sp>
        <p:nvSpPr>
          <p:cNvPr id="15" name="Sechseck 12">
            <a:extLst>
              <a:ext uri="{FF2B5EF4-FFF2-40B4-BE49-F238E27FC236}">
                <a16:creationId xmlns:a16="http://schemas.microsoft.com/office/drawing/2014/main" id="{79CA3113-0501-8A8B-83DD-A23CD52317F6}"/>
              </a:ext>
            </a:extLst>
          </p:cNvPr>
          <p:cNvSpPr/>
          <p:nvPr/>
        </p:nvSpPr>
        <p:spPr bwMode="auto">
          <a:xfrm>
            <a:off x="2041921" y="3734082"/>
            <a:ext cx="1338577" cy="1207086"/>
          </a:xfrm>
          <a:prstGeom prst="hexagon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Confidence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Ratings</a:t>
            </a:r>
          </a:p>
        </p:txBody>
      </p:sp>
      <p:sp>
        <p:nvSpPr>
          <p:cNvPr id="16" name="Sechseck 13">
            <a:extLst>
              <a:ext uri="{FF2B5EF4-FFF2-40B4-BE49-F238E27FC236}">
                <a16:creationId xmlns:a16="http://schemas.microsoft.com/office/drawing/2014/main" id="{DB4BB4AB-D703-AB31-C534-F1FFA9220938}"/>
              </a:ext>
            </a:extLst>
          </p:cNvPr>
          <p:cNvSpPr/>
          <p:nvPr/>
        </p:nvSpPr>
        <p:spPr bwMode="auto">
          <a:xfrm>
            <a:off x="3841556" y="3104136"/>
            <a:ext cx="1338577" cy="1207086"/>
          </a:xfrm>
          <a:prstGeom prst="hexagon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Gaussian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7F0AA-E12F-1897-F6E0-38EE6B451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10" name="Sechseck 13">
            <a:extLst>
              <a:ext uri="{FF2B5EF4-FFF2-40B4-BE49-F238E27FC236}">
                <a16:creationId xmlns:a16="http://schemas.microsoft.com/office/drawing/2014/main" id="{52C783C4-AF8B-7FA8-BE94-1F63C8DE644F}"/>
              </a:ext>
            </a:extLst>
          </p:cNvPr>
          <p:cNvSpPr/>
          <p:nvPr/>
        </p:nvSpPr>
        <p:spPr bwMode="auto">
          <a:xfrm>
            <a:off x="8976320" y="2324855"/>
            <a:ext cx="1338577" cy="1207086"/>
          </a:xfrm>
          <a:prstGeom prst="hexagon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Gaussian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b="1" dirty="0">
                <a:solidFill>
                  <a:schemeClr val="bg1"/>
                </a:solidFill>
              </a:rPr>
              <a:t>But why?</a:t>
            </a:r>
            <a:endParaRPr lang="en-AU" sz="1600" b="1" dirty="0">
              <a:solidFill>
                <a:schemeClr val="bg1"/>
              </a:solidFill>
            </a:endParaRPr>
          </a:p>
        </p:txBody>
      </p:sp>
      <p:sp>
        <p:nvSpPr>
          <p:cNvPr id="18" name="Sechseck 5">
            <a:extLst>
              <a:ext uri="{FF2B5EF4-FFF2-40B4-BE49-F238E27FC236}">
                <a16:creationId xmlns:a16="http://schemas.microsoft.com/office/drawing/2014/main" id="{EBEDC95E-797E-3904-2843-585B9C55CE21}"/>
              </a:ext>
            </a:extLst>
          </p:cNvPr>
          <p:cNvSpPr/>
          <p:nvPr/>
        </p:nvSpPr>
        <p:spPr bwMode="auto">
          <a:xfrm>
            <a:off x="7802561" y="2989015"/>
            <a:ext cx="1338577" cy="1207086"/>
          </a:xfrm>
          <a:prstGeom prst="hexagon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Nice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dirty="0">
                <a:solidFill>
                  <a:schemeClr val="bg1"/>
                </a:solidFill>
              </a:rPr>
              <a:t>m</a:t>
            </a:r>
            <a:r>
              <a:rPr kumimoji="0" lang="en-AU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athematical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properties</a:t>
            </a:r>
            <a:endParaRPr kumimoji="0" lang="en-AU" sz="1600" b="0" i="0" u="none" strike="noStrike" cap="none" normalizeH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19" name="Sechseck 5">
            <a:extLst>
              <a:ext uri="{FF2B5EF4-FFF2-40B4-BE49-F238E27FC236}">
                <a16:creationId xmlns:a16="http://schemas.microsoft.com/office/drawing/2014/main" id="{68D4A34F-3652-83E5-844A-D7B831A7BC58}"/>
              </a:ext>
            </a:extLst>
          </p:cNvPr>
          <p:cNvSpPr/>
          <p:nvPr/>
        </p:nvSpPr>
        <p:spPr bwMode="auto">
          <a:xfrm>
            <a:off x="10138383" y="2989015"/>
            <a:ext cx="1338577" cy="1263044"/>
          </a:xfrm>
          <a:prstGeom prst="hexagon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Good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Approximation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U" sz="1600" b="0" i="0" u="none" strike="noStrike" cap="none" normalizeH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20" name="Sechseck 5">
            <a:extLst>
              <a:ext uri="{FF2B5EF4-FFF2-40B4-BE49-F238E27FC236}">
                <a16:creationId xmlns:a16="http://schemas.microsoft.com/office/drawing/2014/main" id="{8D19BF77-E4F7-D79D-2B68-6846FFDE93FD}"/>
              </a:ext>
            </a:extLst>
          </p:cNvPr>
          <p:cNvSpPr/>
          <p:nvPr/>
        </p:nvSpPr>
        <p:spPr bwMode="auto">
          <a:xfrm>
            <a:off x="8970472" y="3679700"/>
            <a:ext cx="1338577" cy="1263044"/>
          </a:xfrm>
          <a:prstGeom prst="hexagon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True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dirty="0">
                <a:solidFill>
                  <a:schemeClr val="bg1"/>
                </a:solidFill>
              </a:rPr>
              <a:t>data</a:t>
            </a:r>
            <a:r>
              <a:rPr lang="en-AU" sz="1600" dirty="0">
                <a:solidFill>
                  <a:schemeClr val="bg1"/>
                </a:solidFill>
              </a:rPr>
              <a:t>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distribution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unknown</a:t>
            </a:r>
            <a:endParaRPr kumimoji="0" lang="en-AU" sz="1600" b="0" i="0" u="none" strike="noStrike" cap="none" normalizeH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805943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0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85504-FD4F-4032-E2AA-0D75F5AB3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613DC-3D31-005C-1F51-0ADF44AD4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Analytic Model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0629D-521A-B4E4-81BB-629A11E5E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5</a:t>
            </a:fld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C515285D-9C0D-1982-AA5B-8F084B2390C5}"/>
              </a:ext>
            </a:extLst>
          </p:cNvPr>
          <p:cNvSpPr>
            <a:spLocks noChangeAspect="1"/>
          </p:cNvSpPr>
          <p:nvPr/>
        </p:nvSpPr>
        <p:spPr>
          <a:xfrm>
            <a:off x="10531100" y="177732"/>
            <a:ext cx="1510913" cy="1371600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Analysis reflects (some) theory</a:t>
            </a:r>
          </a:p>
        </p:txBody>
      </p:sp>
      <p:sp>
        <p:nvSpPr>
          <p:cNvPr id="5" name="Abgerundetes Rechteck 23">
            <a:extLst>
              <a:ext uri="{FF2B5EF4-FFF2-40B4-BE49-F238E27FC236}">
                <a16:creationId xmlns:a16="http://schemas.microsoft.com/office/drawing/2014/main" id="{6E253C94-F6CE-8CA6-A8A7-A0387E3223C0}"/>
              </a:ext>
            </a:extLst>
          </p:cNvPr>
          <p:cNvSpPr/>
          <p:nvPr/>
        </p:nvSpPr>
        <p:spPr bwMode="auto">
          <a:xfrm>
            <a:off x="695400" y="1628800"/>
            <a:ext cx="5760640" cy="3816424"/>
          </a:xfrm>
          <a:prstGeom prst="roundRect">
            <a:avLst>
              <a:gd name="adj" fmla="val 9863"/>
            </a:avLst>
          </a:prstGeom>
          <a:solidFill>
            <a:schemeClr val="bg2"/>
          </a:solidFill>
          <a:ln w="381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  <a:cs typeface="Arial" charset="0"/>
              </a:rPr>
              <a:t>Linear Mixed Model</a:t>
            </a:r>
          </a:p>
        </p:txBody>
      </p:sp>
      <p:sp>
        <p:nvSpPr>
          <p:cNvPr id="9" name="Pfeil nach rechts 6">
            <a:extLst>
              <a:ext uri="{FF2B5EF4-FFF2-40B4-BE49-F238E27FC236}">
                <a16:creationId xmlns:a16="http://schemas.microsoft.com/office/drawing/2014/main" id="{C0B54965-5CB3-1BA4-E7BF-2A1B35DE1A0D}"/>
              </a:ext>
            </a:extLst>
          </p:cNvPr>
          <p:cNvSpPr/>
          <p:nvPr/>
        </p:nvSpPr>
        <p:spPr bwMode="auto">
          <a:xfrm flipH="1">
            <a:off x="3234854" y="2404804"/>
            <a:ext cx="2098632" cy="458635"/>
          </a:xfrm>
          <a:prstGeom prst="rightArrow">
            <a:avLst>
              <a:gd name="adj1" fmla="val 52294"/>
              <a:gd name="adj2" fmla="val 53549"/>
            </a:avLst>
          </a:prstGeom>
          <a:solidFill>
            <a:srgbClr val="3353B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</a:rPr>
              <a:t>stems from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11" name="Sechseck 2">
            <a:extLst>
              <a:ext uri="{FF2B5EF4-FFF2-40B4-BE49-F238E27FC236}">
                <a16:creationId xmlns:a16="http://schemas.microsoft.com/office/drawing/2014/main" id="{A609ECCE-BC55-BB26-7F14-D1B5D5177A99}"/>
              </a:ext>
            </a:extLst>
          </p:cNvPr>
          <p:cNvSpPr/>
          <p:nvPr/>
        </p:nvSpPr>
        <p:spPr bwMode="auto">
          <a:xfrm>
            <a:off x="2022282" y="2435315"/>
            <a:ext cx="1338577" cy="1207086"/>
          </a:xfrm>
          <a:prstGeom prst="hexagon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Data: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sz="1600" b="0" i="0" u="none" strike="noStrike" cap="none" normalizeH="0" baseline="-25000" dirty="0" err="1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charset="0"/>
                <a:cs typeface="Arial" charset="0"/>
              </a:rPr>
              <a:t>Observerd</a:t>
            </a:r>
            <a:endParaRPr kumimoji="0" lang="en-AU" sz="1600" b="0" i="0" u="none" strike="noStrike" cap="none" normalizeH="0" baseline="-2500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baseline="-25000" dirty="0" err="1">
                <a:solidFill>
                  <a:schemeClr val="bg1"/>
                </a:solidFill>
              </a:rPr>
              <a:t>Behavior</a:t>
            </a:r>
            <a:endParaRPr kumimoji="0" lang="en-AU" sz="1600" b="0" i="0" u="none" strike="noStrike" cap="none" normalizeH="0" baseline="-2500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2" name="Sechseck 5">
            <a:extLst>
              <a:ext uri="{FF2B5EF4-FFF2-40B4-BE49-F238E27FC236}">
                <a16:creationId xmlns:a16="http://schemas.microsoft.com/office/drawing/2014/main" id="{9AB77FD0-A211-FC29-82AA-57DAD1BCEF71}"/>
              </a:ext>
            </a:extLst>
          </p:cNvPr>
          <p:cNvSpPr/>
          <p:nvPr/>
        </p:nvSpPr>
        <p:spPr bwMode="auto">
          <a:xfrm>
            <a:off x="4954503" y="2435315"/>
            <a:ext cx="1338577" cy="1207086"/>
          </a:xfrm>
          <a:prstGeom prst="hexagon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Underlying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Distribution</a:t>
            </a:r>
            <a:endParaRPr kumimoji="0" lang="en-AU" sz="1600" b="0" i="0" u="none" strike="noStrike" cap="none" normalizeH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13" name="Sechseck 9">
            <a:extLst>
              <a:ext uri="{FF2B5EF4-FFF2-40B4-BE49-F238E27FC236}">
                <a16:creationId xmlns:a16="http://schemas.microsoft.com/office/drawing/2014/main" id="{AB3A28C5-50FC-C629-B6FE-3CCD4EFE1996}"/>
              </a:ext>
            </a:extLst>
          </p:cNvPr>
          <p:cNvSpPr/>
          <p:nvPr/>
        </p:nvSpPr>
        <p:spPr bwMode="auto">
          <a:xfrm>
            <a:off x="936683" y="1781929"/>
            <a:ext cx="1338577" cy="1207086"/>
          </a:xfrm>
          <a:prstGeom prst="hexagon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i="1" dirty="0">
                <a:solidFill>
                  <a:schemeClr val="bg1"/>
                </a:solidFill>
              </a:rPr>
              <a:t>Average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dirty="0">
                <a:solidFill>
                  <a:schemeClr val="bg1"/>
                </a:solidFill>
              </a:rPr>
              <a:t>Accuracy</a:t>
            </a:r>
            <a:endParaRPr lang="en-AU" sz="1200" dirty="0">
              <a:solidFill>
                <a:schemeClr val="bg1"/>
              </a:solidFill>
            </a:endParaRPr>
          </a:p>
        </p:txBody>
      </p:sp>
      <p:sp>
        <p:nvSpPr>
          <p:cNvPr id="14" name="Sechseck 11">
            <a:extLst>
              <a:ext uri="{FF2B5EF4-FFF2-40B4-BE49-F238E27FC236}">
                <a16:creationId xmlns:a16="http://schemas.microsoft.com/office/drawing/2014/main" id="{87DA859D-F101-EC80-4DED-682252C35F69}"/>
              </a:ext>
            </a:extLst>
          </p:cNvPr>
          <p:cNvSpPr/>
          <p:nvPr/>
        </p:nvSpPr>
        <p:spPr bwMode="auto">
          <a:xfrm>
            <a:off x="936682" y="3077732"/>
            <a:ext cx="1338577" cy="1207086"/>
          </a:xfrm>
          <a:prstGeom prst="hexagon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i="1" dirty="0">
                <a:solidFill>
                  <a:schemeClr val="bg1"/>
                </a:solidFill>
              </a:rPr>
              <a:t>Mean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Reaction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Times</a:t>
            </a:r>
          </a:p>
        </p:txBody>
      </p:sp>
      <p:sp>
        <p:nvSpPr>
          <p:cNvPr id="15" name="Sechseck 12">
            <a:extLst>
              <a:ext uri="{FF2B5EF4-FFF2-40B4-BE49-F238E27FC236}">
                <a16:creationId xmlns:a16="http://schemas.microsoft.com/office/drawing/2014/main" id="{BE776118-52E1-B4AE-2DF4-9E218B944D83}"/>
              </a:ext>
            </a:extLst>
          </p:cNvPr>
          <p:cNvSpPr/>
          <p:nvPr/>
        </p:nvSpPr>
        <p:spPr bwMode="auto">
          <a:xfrm>
            <a:off x="2041921" y="3734082"/>
            <a:ext cx="1338577" cy="1207086"/>
          </a:xfrm>
          <a:prstGeom prst="hexagon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i="1" dirty="0">
                <a:solidFill>
                  <a:schemeClr val="bg1"/>
                </a:solidFill>
              </a:rPr>
              <a:t>Average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Confidence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Ratings</a:t>
            </a:r>
          </a:p>
        </p:txBody>
      </p:sp>
      <p:sp>
        <p:nvSpPr>
          <p:cNvPr id="16" name="Sechseck 13">
            <a:extLst>
              <a:ext uri="{FF2B5EF4-FFF2-40B4-BE49-F238E27FC236}">
                <a16:creationId xmlns:a16="http://schemas.microsoft.com/office/drawing/2014/main" id="{02466A60-6668-FCA7-1C18-D93A07ED7FAE}"/>
              </a:ext>
            </a:extLst>
          </p:cNvPr>
          <p:cNvSpPr/>
          <p:nvPr/>
        </p:nvSpPr>
        <p:spPr bwMode="auto">
          <a:xfrm>
            <a:off x="3841556" y="3104136"/>
            <a:ext cx="1338577" cy="1207086"/>
          </a:xfrm>
          <a:prstGeom prst="hexagon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Gaussian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F9BCFA-0376-24D6-FA2D-410CE7989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  <p:sp>
        <p:nvSpPr>
          <p:cNvPr id="10" name="Sechseck 13">
            <a:extLst>
              <a:ext uri="{FF2B5EF4-FFF2-40B4-BE49-F238E27FC236}">
                <a16:creationId xmlns:a16="http://schemas.microsoft.com/office/drawing/2014/main" id="{7BC35CAD-1973-DA72-3F34-72F4DB3E5375}"/>
              </a:ext>
            </a:extLst>
          </p:cNvPr>
          <p:cNvSpPr/>
          <p:nvPr/>
        </p:nvSpPr>
        <p:spPr bwMode="auto">
          <a:xfrm>
            <a:off x="8976320" y="2324855"/>
            <a:ext cx="1338577" cy="1207086"/>
          </a:xfrm>
          <a:prstGeom prst="hexagon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Gaussian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b="1" dirty="0">
                <a:solidFill>
                  <a:schemeClr val="bg1"/>
                </a:solidFill>
              </a:rPr>
              <a:t>But when?</a:t>
            </a:r>
            <a:endParaRPr lang="en-AU" sz="1600" b="1" dirty="0">
              <a:solidFill>
                <a:schemeClr val="bg1"/>
              </a:solidFill>
            </a:endParaRPr>
          </a:p>
        </p:txBody>
      </p:sp>
      <p:sp>
        <p:nvSpPr>
          <p:cNvPr id="18" name="Sechseck 5">
            <a:extLst>
              <a:ext uri="{FF2B5EF4-FFF2-40B4-BE49-F238E27FC236}">
                <a16:creationId xmlns:a16="http://schemas.microsoft.com/office/drawing/2014/main" id="{4531CAA2-9027-B1F1-F4FB-836B9121075F}"/>
              </a:ext>
            </a:extLst>
          </p:cNvPr>
          <p:cNvSpPr/>
          <p:nvPr/>
        </p:nvSpPr>
        <p:spPr bwMode="auto">
          <a:xfrm>
            <a:off x="7802561" y="2989015"/>
            <a:ext cx="1338577" cy="1207086"/>
          </a:xfrm>
          <a:prstGeom prst="hexagon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Works for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dirty="0">
                <a:solidFill>
                  <a:schemeClr val="bg1"/>
                </a:solidFill>
              </a:rPr>
              <a:t>aggregated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19" name="Sechseck 5">
            <a:extLst>
              <a:ext uri="{FF2B5EF4-FFF2-40B4-BE49-F238E27FC236}">
                <a16:creationId xmlns:a16="http://schemas.microsoft.com/office/drawing/2014/main" id="{A8BC5BC4-3877-A867-CCE4-C4357E3709E6}"/>
              </a:ext>
            </a:extLst>
          </p:cNvPr>
          <p:cNvSpPr/>
          <p:nvPr/>
        </p:nvSpPr>
        <p:spPr bwMode="auto">
          <a:xfrm>
            <a:off x="10138383" y="2989015"/>
            <a:ext cx="1338577" cy="1263044"/>
          </a:xfrm>
          <a:prstGeom prst="hexagon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dirty="0">
                <a:solidFill>
                  <a:schemeClr val="bg1"/>
                </a:solidFill>
              </a:rPr>
              <a:t>Not ideal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For process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dirty="0">
                <a:solidFill>
                  <a:schemeClr val="bg1"/>
                </a:solidFill>
              </a:rPr>
              <a:t>Level data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20" name="Sechseck 5">
            <a:extLst>
              <a:ext uri="{FF2B5EF4-FFF2-40B4-BE49-F238E27FC236}">
                <a16:creationId xmlns:a16="http://schemas.microsoft.com/office/drawing/2014/main" id="{13C89863-4F50-4064-AFF4-1585C7921C69}"/>
              </a:ext>
            </a:extLst>
          </p:cNvPr>
          <p:cNvSpPr/>
          <p:nvPr/>
        </p:nvSpPr>
        <p:spPr bwMode="auto">
          <a:xfrm>
            <a:off x="8970472" y="3679700"/>
            <a:ext cx="1338577" cy="1263044"/>
          </a:xfrm>
          <a:prstGeom prst="hexagon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Agnostic to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Trial-level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dirty="0">
                <a:solidFill>
                  <a:schemeClr val="bg1"/>
                </a:solidFill>
              </a:rPr>
              <a:t>g</a:t>
            </a:r>
            <a:r>
              <a:rPr lang="en-AU" sz="1600" dirty="0">
                <a:solidFill>
                  <a:schemeClr val="bg1"/>
                </a:solidFill>
              </a:rPr>
              <a:t>eneration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process</a:t>
            </a:r>
            <a:endParaRPr kumimoji="0" lang="en-AU" sz="1600" b="0" i="0" u="none" strike="noStrike" cap="none" normalizeH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7" name="Sechseck 5">
            <a:extLst>
              <a:ext uri="{FF2B5EF4-FFF2-40B4-BE49-F238E27FC236}">
                <a16:creationId xmlns:a16="http://schemas.microsoft.com/office/drawing/2014/main" id="{AFC4CFBF-64AC-0E5D-DF18-7D092833A8B2}"/>
              </a:ext>
            </a:extLst>
          </p:cNvPr>
          <p:cNvSpPr/>
          <p:nvPr/>
        </p:nvSpPr>
        <p:spPr bwMode="auto">
          <a:xfrm>
            <a:off x="2193064" y="823086"/>
            <a:ext cx="1510913" cy="1345417"/>
          </a:xfrm>
          <a:prstGeom prst="hexagon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b="1" dirty="0">
                <a:solidFill>
                  <a:schemeClr val="bg1"/>
                </a:solidFill>
              </a:rPr>
              <a:t>Important</a:t>
            </a:r>
            <a:r>
              <a:rPr lang="en-AU" dirty="0">
                <a:solidFill>
                  <a:schemeClr val="bg1"/>
                </a:solidFill>
              </a:rPr>
              <a:t>: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Level of data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dirty="0">
                <a:solidFill>
                  <a:schemeClr val="bg1"/>
                </a:solidFill>
              </a:rPr>
              <a:t>aggregation</a:t>
            </a:r>
            <a:endParaRPr lang="en-AU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2367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0" grpId="0" animBg="1"/>
      <p:bldP spid="18" grpId="0" animBg="1"/>
      <p:bldP spid="19" grpId="0" animBg="1"/>
      <p:bldP spid="20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F0FF8-640D-D048-1510-72F243A8A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DD7F4-D19E-469E-C1F1-86CDDF656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Analytic Model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C1B32-5F90-E51F-89C1-DF7C24EDB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6</a:t>
            </a:fld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87AB9A0C-AFD2-05DA-9FB8-BAE392A7953B}"/>
              </a:ext>
            </a:extLst>
          </p:cNvPr>
          <p:cNvSpPr>
            <a:spLocks noChangeAspect="1"/>
          </p:cNvSpPr>
          <p:nvPr/>
        </p:nvSpPr>
        <p:spPr>
          <a:xfrm>
            <a:off x="10531100" y="177732"/>
            <a:ext cx="1510913" cy="1371600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Analysis reflects (some) theory</a:t>
            </a:r>
          </a:p>
        </p:txBody>
      </p:sp>
      <p:sp>
        <p:nvSpPr>
          <p:cNvPr id="5" name="Abgerundetes Rechteck 23">
            <a:extLst>
              <a:ext uri="{FF2B5EF4-FFF2-40B4-BE49-F238E27FC236}">
                <a16:creationId xmlns:a16="http://schemas.microsoft.com/office/drawing/2014/main" id="{FEC966F5-A43F-5000-7350-8345D13AC655}"/>
              </a:ext>
            </a:extLst>
          </p:cNvPr>
          <p:cNvSpPr/>
          <p:nvPr/>
        </p:nvSpPr>
        <p:spPr bwMode="auto">
          <a:xfrm>
            <a:off x="695400" y="2348880"/>
            <a:ext cx="6840760" cy="3816424"/>
          </a:xfrm>
          <a:prstGeom prst="roundRect">
            <a:avLst>
              <a:gd name="adj" fmla="val 9863"/>
            </a:avLst>
          </a:prstGeom>
          <a:solidFill>
            <a:schemeClr val="bg2"/>
          </a:solidFill>
          <a:ln w="381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  <a:cs typeface="Arial" charset="0"/>
              </a:rPr>
              <a:t>Generalized</a:t>
            </a: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  <a:cs typeface="Arial" charset="0"/>
              </a:rPr>
              <a:t> Linear Models (</a:t>
            </a:r>
            <a:r>
              <a:rPr kumimoji="0" 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  <a:cs typeface="Arial" charset="0"/>
              </a:rPr>
              <a:t>brms</a:t>
            </a: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  <a:cs typeface="Arial" charset="0"/>
              </a:rPr>
              <a:t>)</a:t>
            </a:r>
          </a:p>
        </p:txBody>
      </p:sp>
      <p:sp>
        <p:nvSpPr>
          <p:cNvPr id="7" name="Abgerundetes Rechteck 25">
            <a:extLst>
              <a:ext uri="{FF2B5EF4-FFF2-40B4-BE49-F238E27FC236}">
                <a16:creationId xmlns:a16="http://schemas.microsoft.com/office/drawing/2014/main" id="{55364C4E-39A1-0C83-673D-35339939FF97}"/>
              </a:ext>
            </a:extLst>
          </p:cNvPr>
          <p:cNvSpPr/>
          <p:nvPr/>
        </p:nvSpPr>
        <p:spPr bwMode="auto">
          <a:xfrm>
            <a:off x="3719736" y="1916832"/>
            <a:ext cx="7632848" cy="3816424"/>
          </a:xfrm>
          <a:prstGeom prst="roundRect">
            <a:avLst>
              <a:gd name="adj" fmla="val 8667"/>
            </a:avLst>
          </a:prstGeom>
          <a:solidFill>
            <a:schemeClr val="accent1">
              <a:lumMod val="20000"/>
              <a:lumOff val="80000"/>
              <a:alpha val="50002"/>
            </a:schemeClr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  <a:cs typeface="Arial" charset="0"/>
              </a:rPr>
              <a:t>Bayesian</a:t>
            </a: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  <a:cs typeface="Arial" charset="0"/>
              </a:rPr>
              <a:t> Measurement Models (bmm) </a:t>
            </a:r>
            <a:r>
              <a:rPr kumimoji="0" 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  <a:cs typeface="Arial" charset="0"/>
              </a:rPr>
              <a:t>package</a:t>
            </a:r>
            <a:endParaRPr kumimoji="0" lang="de-DE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9" name="Pfeil nach rechts 6">
            <a:extLst>
              <a:ext uri="{FF2B5EF4-FFF2-40B4-BE49-F238E27FC236}">
                <a16:creationId xmlns:a16="http://schemas.microsoft.com/office/drawing/2014/main" id="{E3383979-292D-E1AA-FE60-D80710129530}"/>
              </a:ext>
            </a:extLst>
          </p:cNvPr>
          <p:cNvSpPr/>
          <p:nvPr/>
        </p:nvSpPr>
        <p:spPr bwMode="auto">
          <a:xfrm flipH="1">
            <a:off x="3234854" y="3124884"/>
            <a:ext cx="2098632" cy="458635"/>
          </a:xfrm>
          <a:prstGeom prst="rightArrow">
            <a:avLst>
              <a:gd name="adj1" fmla="val 52294"/>
              <a:gd name="adj2" fmla="val 53549"/>
            </a:avLst>
          </a:prstGeom>
          <a:solidFill>
            <a:srgbClr val="3353B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</a:rPr>
              <a:t>stems from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11" name="Sechseck 2">
            <a:extLst>
              <a:ext uri="{FF2B5EF4-FFF2-40B4-BE49-F238E27FC236}">
                <a16:creationId xmlns:a16="http://schemas.microsoft.com/office/drawing/2014/main" id="{5E47EEAE-5F07-0F56-2073-10B62638F9D2}"/>
              </a:ext>
            </a:extLst>
          </p:cNvPr>
          <p:cNvSpPr/>
          <p:nvPr/>
        </p:nvSpPr>
        <p:spPr bwMode="auto">
          <a:xfrm>
            <a:off x="2022282" y="3155395"/>
            <a:ext cx="1338577" cy="1207086"/>
          </a:xfrm>
          <a:prstGeom prst="hexagon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Data: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sz="1600" b="0" i="0" u="none" strike="noStrike" cap="none" normalizeH="0" baseline="-25000" dirty="0" err="1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charset="0"/>
                <a:cs typeface="Arial" charset="0"/>
              </a:rPr>
              <a:t>Observerd</a:t>
            </a:r>
            <a:endParaRPr kumimoji="0" lang="en-AU" sz="1600" b="0" i="0" u="none" strike="noStrike" cap="none" normalizeH="0" baseline="-2500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baseline="-25000" dirty="0" err="1">
                <a:solidFill>
                  <a:schemeClr val="bg1"/>
                </a:solidFill>
              </a:rPr>
              <a:t>Behavior</a:t>
            </a:r>
            <a:endParaRPr kumimoji="0" lang="en-AU" sz="1600" b="0" i="0" u="none" strike="noStrike" cap="none" normalizeH="0" baseline="-2500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2" name="Sechseck 5">
            <a:extLst>
              <a:ext uri="{FF2B5EF4-FFF2-40B4-BE49-F238E27FC236}">
                <a16:creationId xmlns:a16="http://schemas.microsoft.com/office/drawing/2014/main" id="{26401614-1FDD-CC7B-5CBB-B9E5D8890491}"/>
              </a:ext>
            </a:extLst>
          </p:cNvPr>
          <p:cNvSpPr/>
          <p:nvPr/>
        </p:nvSpPr>
        <p:spPr bwMode="auto">
          <a:xfrm>
            <a:off x="4954503" y="3155395"/>
            <a:ext cx="1338577" cy="1207086"/>
          </a:xfrm>
          <a:prstGeom prst="hexagon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Underlying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Distribution</a:t>
            </a:r>
            <a:endParaRPr kumimoji="0" lang="en-AU" sz="1600" b="0" i="0" u="none" strike="noStrike" cap="none" normalizeH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13" name="Sechseck 9">
            <a:extLst>
              <a:ext uri="{FF2B5EF4-FFF2-40B4-BE49-F238E27FC236}">
                <a16:creationId xmlns:a16="http://schemas.microsoft.com/office/drawing/2014/main" id="{0DE01337-3C62-E63E-B887-5FC5DAA64FF3}"/>
              </a:ext>
            </a:extLst>
          </p:cNvPr>
          <p:cNvSpPr/>
          <p:nvPr/>
        </p:nvSpPr>
        <p:spPr bwMode="auto">
          <a:xfrm>
            <a:off x="936683" y="2502009"/>
            <a:ext cx="1338577" cy="1207086"/>
          </a:xfrm>
          <a:prstGeom prst="hexagon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Responses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200" dirty="0">
                <a:solidFill>
                  <a:schemeClr val="bg1"/>
                </a:solidFill>
              </a:rPr>
              <a:t>Accuracies</a:t>
            </a:r>
          </a:p>
        </p:txBody>
      </p:sp>
      <p:sp>
        <p:nvSpPr>
          <p:cNvPr id="14" name="Sechseck 11">
            <a:extLst>
              <a:ext uri="{FF2B5EF4-FFF2-40B4-BE49-F238E27FC236}">
                <a16:creationId xmlns:a16="http://schemas.microsoft.com/office/drawing/2014/main" id="{B95D61D1-9D5A-010E-4316-04894CDD79DB}"/>
              </a:ext>
            </a:extLst>
          </p:cNvPr>
          <p:cNvSpPr/>
          <p:nvPr/>
        </p:nvSpPr>
        <p:spPr bwMode="auto">
          <a:xfrm>
            <a:off x="936682" y="3797812"/>
            <a:ext cx="1338577" cy="1207086"/>
          </a:xfrm>
          <a:prstGeom prst="hexagon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Reaction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Times</a:t>
            </a:r>
          </a:p>
        </p:txBody>
      </p:sp>
      <p:sp>
        <p:nvSpPr>
          <p:cNvPr id="15" name="Sechseck 12">
            <a:extLst>
              <a:ext uri="{FF2B5EF4-FFF2-40B4-BE49-F238E27FC236}">
                <a16:creationId xmlns:a16="http://schemas.microsoft.com/office/drawing/2014/main" id="{9B6B8C59-FC96-0DCF-FCBA-1B2484443BE0}"/>
              </a:ext>
            </a:extLst>
          </p:cNvPr>
          <p:cNvSpPr/>
          <p:nvPr/>
        </p:nvSpPr>
        <p:spPr bwMode="auto">
          <a:xfrm>
            <a:off x="2041921" y="4454162"/>
            <a:ext cx="1338577" cy="1207086"/>
          </a:xfrm>
          <a:prstGeom prst="hexagon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Confidence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Ratings</a:t>
            </a:r>
          </a:p>
        </p:txBody>
      </p:sp>
      <p:sp>
        <p:nvSpPr>
          <p:cNvPr id="16" name="Sechseck 13">
            <a:extLst>
              <a:ext uri="{FF2B5EF4-FFF2-40B4-BE49-F238E27FC236}">
                <a16:creationId xmlns:a16="http://schemas.microsoft.com/office/drawing/2014/main" id="{88E1C924-6A52-DD30-5968-82B69387EC5B}"/>
              </a:ext>
            </a:extLst>
          </p:cNvPr>
          <p:cNvSpPr/>
          <p:nvPr/>
        </p:nvSpPr>
        <p:spPr bwMode="auto">
          <a:xfrm>
            <a:off x="3841556" y="3824216"/>
            <a:ext cx="1338577" cy="1207086"/>
          </a:xfrm>
          <a:prstGeom prst="hexagon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Gaussian</a:t>
            </a:r>
          </a:p>
        </p:txBody>
      </p:sp>
      <p:sp>
        <p:nvSpPr>
          <p:cNvPr id="17" name="Sechseck 14">
            <a:extLst>
              <a:ext uri="{FF2B5EF4-FFF2-40B4-BE49-F238E27FC236}">
                <a16:creationId xmlns:a16="http://schemas.microsoft.com/office/drawing/2014/main" id="{0FF22DC1-6DD4-D3E5-DA7E-44DB8FA58B96}"/>
              </a:ext>
            </a:extLst>
          </p:cNvPr>
          <p:cNvSpPr/>
          <p:nvPr/>
        </p:nvSpPr>
        <p:spPr bwMode="auto">
          <a:xfrm>
            <a:off x="4992035" y="4454162"/>
            <a:ext cx="1338577" cy="1207086"/>
          </a:xfrm>
          <a:prstGeom prst="hexagon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Binomial</a:t>
            </a:r>
          </a:p>
        </p:txBody>
      </p:sp>
      <p:sp>
        <p:nvSpPr>
          <p:cNvPr id="21" name="Sechseck 15">
            <a:extLst>
              <a:ext uri="{FF2B5EF4-FFF2-40B4-BE49-F238E27FC236}">
                <a16:creationId xmlns:a16="http://schemas.microsoft.com/office/drawing/2014/main" id="{831E0CF4-1371-AFA7-52C0-E5B68C1C8B34}"/>
              </a:ext>
            </a:extLst>
          </p:cNvPr>
          <p:cNvSpPr/>
          <p:nvPr/>
        </p:nvSpPr>
        <p:spPr bwMode="auto">
          <a:xfrm>
            <a:off x="6104488" y="3768604"/>
            <a:ext cx="1338577" cy="1207086"/>
          </a:xfrm>
          <a:prstGeom prst="hexagon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Etc.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200" dirty="0">
                <a:solidFill>
                  <a:schemeClr val="bg1"/>
                </a:solidFill>
              </a:rPr>
              <a:t>(von Mises,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200" dirty="0">
                <a:solidFill>
                  <a:schemeClr val="bg1"/>
                </a:solidFill>
              </a:rPr>
              <a:t>Multinomial,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200" dirty="0">
                <a:solidFill>
                  <a:schemeClr val="bg1"/>
                </a:solidFill>
              </a:rPr>
              <a:t>Lognormal,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200" dirty="0">
                <a:solidFill>
                  <a:schemeClr val="bg1"/>
                </a:solidFill>
              </a:rPr>
              <a:t>…)</a:t>
            </a:r>
          </a:p>
        </p:txBody>
      </p:sp>
      <p:sp>
        <p:nvSpPr>
          <p:cNvPr id="23" name="Pfeil nach rechts 18">
            <a:extLst>
              <a:ext uri="{FF2B5EF4-FFF2-40B4-BE49-F238E27FC236}">
                <a16:creationId xmlns:a16="http://schemas.microsoft.com/office/drawing/2014/main" id="{B34C7ED2-B407-E8B3-4F3D-C1CCA5EDFEA3}"/>
              </a:ext>
            </a:extLst>
          </p:cNvPr>
          <p:cNvSpPr/>
          <p:nvPr/>
        </p:nvSpPr>
        <p:spPr bwMode="auto">
          <a:xfrm flipH="1">
            <a:off x="6197582" y="3148895"/>
            <a:ext cx="2952328" cy="458635"/>
          </a:xfrm>
          <a:prstGeom prst="rightArrow">
            <a:avLst>
              <a:gd name="adj1" fmla="val 52294"/>
              <a:gd name="adj2" fmla="val 53549"/>
            </a:avLst>
          </a:prstGeom>
          <a:solidFill>
            <a:srgbClr val="3353B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</a:rPr>
              <a:t>parameters function of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37" name="Sechseck 19">
            <a:extLst>
              <a:ext uri="{FF2B5EF4-FFF2-40B4-BE49-F238E27FC236}">
                <a16:creationId xmlns:a16="http://schemas.microsoft.com/office/drawing/2014/main" id="{1FDCD763-75A0-1DAF-3BF5-C07E4C0A016A}"/>
              </a:ext>
            </a:extLst>
          </p:cNvPr>
          <p:cNvSpPr/>
          <p:nvPr/>
        </p:nvSpPr>
        <p:spPr bwMode="auto">
          <a:xfrm>
            <a:off x="8760295" y="3105552"/>
            <a:ext cx="1338577" cy="1207086"/>
          </a:xfrm>
          <a:prstGeom prst="hexagon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Cognitive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sz="16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Measurement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Model</a:t>
            </a:r>
            <a:endParaRPr kumimoji="0" lang="en-AU" sz="1600" b="0" i="0" u="none" strike="noStrike" cap="none" normalizeH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38" name="Sechseck 20">
            <a:extLst>
              <a:ext uri="{FF2B5EF4-FFF2-40B4-BE49-F238E27FC236}">
                <a16:creationId xmlns:a16="http://schemas.microsoft.com/office/drawing/2014/main" id="{58371B4F-0BA1-3C1F-2FB0-2C99C1EC52B3}"/>
              </a:ext>
            </a:extLst>
          </p:cNvPr>
          <p:cNvSpPr/>
          <p:nvPr/>
        </p:nvSpPr>
        <p:spPr bwMode="auto">
          <a:xfrm>
            <a:off x="9845894" y="2457856"/>
            <a:ext cx="1338577" cy="1207086"/>
          </a:xfrm>
          <a:prstGeom prst="hexagon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Sources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of Activation</a:t>
            </a:r>
          </a:p>
        </p:txBody>
      </p:sp>
      <p:sp>
        <p:nvSpPr>
          <p:cNvPr id="39" name="Sechseck 21">
            <a:extLst>
              <a:ext uri="{FF2B5EF4-FFF2-40B4-BE49-F238E27FC236}">
                <a16:creationId xmlns:a16="http://schemas.microsoft.com/office/drawing/2014/main" id="{B92DBDA5-095A-5AAA-225C-B87AF1CDAEB4}"/>
              </a:ext>
            </a:extLst>
          </p:cNvPr>
          <p:cNvSpPr/>
          <p:nvPr/>
        </p:nvSpPr>
        <p:spPr bwMode="auto">
          <a:xfrm>
            <a:off x="9865533" y="3746543"/>
            <a:ext cx="1338577" cy="1207086"/>
          </a:xfrm>
          <a:prstGeom prst="hexagon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Response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Thresholds</a:t>
            </a:r>
          </a:p>
        </p:txBody>
      </p:sp>
      <p:sp>
        <p:nvSpPr>
          <p:cNvPr id="40" name="Sechseck 22">
            <a:extLst>
              <a:ext uri="{FF2B5EF4-FFF2-40B4-BE49-F238E27FC236}">
                <a16:creationId xmlns:a16="http://schemas.microsoft.com/office/drawing/2014/main" id="{802AE859-0B9D-3C98-E73F-2B428942D328}"/>
              </a:ext>
            </a:extLst>
          </p:cNvPr>
          <p:cNvSpPr/>
          <p:nvPr/>
        </p:nvSpPr>
        <p:spPr bwMode="auto">
          <a:xfrm>
            <a:off x="8760295" y="4380083"/>
            <a:ext cx="1338577" cy="1207086"/>
          </a:xfrm>
          <a:prstGeom prst="hexagon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600" dirty="0">
                <a:solidFill>
                  <a:schemeClr val="bg1"/>
                </a:solidFill>
              </a:rPr>
              <a:t>Noise</a:t>
            </a:r>
          </a:p>
        </p:txBody>
      </p:sp>
      <p:sp>
        <p:nvSpPr>
          <p:cNvPr id="41" name="Footer Placeholder 40">
            <a:extLst>
              <a:ext uri="{FF2B5EF4-FFF2-40B4-BE49-F238E27FC236}">
                <a16:creationId xmlns:a16="http://schemas.microsoft.com/office/drawing/2014/main" id="{EEC31113-0256-8320-A9F1-A3FF8A071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</p:spTree>
    <p:extLst>
      <p:ext uri="{BB962C8B-B14F-4D97-AF65-F5344CB8AC3E}">
        <p14:creationId xmlns:p14="http://schemas.microsoft.com/office/powerpoint/2010/main" val="374418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1" grpId="0" animBg="1"/>
      <p:bldP spid="23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75090-243E-E0E8-970C-DFDD4A034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82258-C1C2-4465-E05C-2FA029463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Specification</a:t>
            </a:r>
            <a:br>
              <a:rPr lang="en-US" dirty="0"/>
            </a:br>
            <a:r>
              <a:rPr lang="en-US" b="0" dirty="0"/>
              <a:t>Simulating Data: </a:t>
            </a:r>
            <a:r>
              <a:rPr lang="en-US" b="0" dirty="0" err="1"/>
              <a:t>lavaan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ED9D4-EB52-DB10-88DE-EDB1C911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712623" y="6425951"/>
            <a:ext cx="235086" cy="187249"/>
          </a:xfr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7</a:t>
            </a:fld>
            <a:endParaRPr lang="en-GB" noProof="0" dirty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2D55F184-7C0E-8334-4C70-762CDD3E9BB5}"/>
              </a:ext>
            </a:extLst>
          </p:cNvPr>
          <p:cNvSpPr>
            <a:spLocks noChangeAspect="1"/>
          </p:cNvSpPr>
          <p:nvPr/>
        </p:nvSpPr>
        <p:spPr>
          <a:xfrm>
            <a:off x="10407487" y="244800"/>
            <a:ext cx="1510913" cy="1371600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Specifying SEM?</a:t>
            </a:r>
          </a:p>
        </p:txBody>
      </p:sp>
      <p:sp>
        <p:nvSpPr>
          <p:cNvPr id="19" name="Hexagon 18">
            <a:extLst>
              <a:ext uri="{FF2B5EF4-FFF2-40B4-BE49-F238E27FC236}">
                <a16:creationId xmlns:a16="http://schemas.microsoft.com/office/drawing/2014/main" id="{417A16DD-7160-DCEA-5741-FF7C2A903ABB}"/>
              </a:ext>
            </a:extLst>
          </p:cNvPr>
          <p:cNvSpPr/>
          <p:nvPr/>
        </p:nvSpPr>
        <p:spPr>
          <a:xfrm>
            <a:off x="273600" y="1268760"/>
            <a:ext cx="1510908" cy="1371600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b="1" dirty="0"/>
              <a:t>Exercise:</a:t>
            </a:r>
          </a:p>
          <a:p>
            <a:pPr algn="ctr"/>
            <a:r>
              <a:rPr lang="en-US" dirty="0"/>
              <a:t>Compare the implied covariance structures</a:t>
            </a:r>
          </a:p>
        </p:txBody>
      </p:sp>
      <p:grpSp>
        <p:nvGrpSpPr>
          <p:cNvPr id="21" name="Gruppieren 55">
            <a:extLst>
              <a:ext uri="{FF2B5EF4-FFF2-40B4-BE49-F238E27FC236}">
                <a16:creationId xmlns:a16="http://schemas.microsoft.com/office/drawing/2014/main" id="{C9C44812-B67F-E342-2DAF-2D19EFBD7AAC}"/>
              </a:ext>
            </a:extLst>
          </p:cNvPr>
          <p:cNvGrpSpPr/>
          <p:nvPr/>
        </p:nvGrpSpPr>
        <p:grpSpPr>
          <a:xfrm>
            <a:off x="3876737" y="386310"/>
            <a:ext cx="3124382" cy="2254050"/>
            <a:chOff x="905966" y="1952860"/>
            <a:chExt cx="3124382" cy="2254050"/>
          </a:xfrm>
        </p:grpSpPr>
        <p:grpSp>
          <p:nvGrpSpPr>
            <p:cNvPr id="24" name="Gruppieren 29">
              <a:extLst>
                <a:ext uri="{FF2B5EF4-FFF2-40B4-BE49-F238E27FC236}">
                  <a16:creationId xmlns:a16="http://schemas.microsoft.com/office/drawing/2014/main" id="{CAD33671-DAF7-6785-8E9F-C50168D03995}"/>
                </a:ext>
              </a:extLst>
            </p:cNvPr>
            <p:cNvGrpSpPr/>
            <p:nvPr/>
          </p:nvGrpSpPr>
          <p:grpSpPr>
            <a:xfrm>
              <a:off x="1653885" y="1988840"/>
              <a:ext cx="504056" cy="2186950"/>
              <a:chOff x="911225" y="2029779"/>
              <a:chExt cx="504056" cy="2186950"/>
            </a:xfrm>
          </p:grpSpPr>
          <p:sp>
            <p:nvSpPr>
              <p:cNvPr id="47" name="Rechteck 13">
                <a:extLst>
                  <a:ext uri="{FF2B5EF4-FFF2-40B4-BE49-F238E27FC236}">
                    <a16:creationId xmlns:a16="http://schemas.microsoft.com/office/drawing/2014/main" id="{D925A894-3B3A-A31F-FDEB-6616B7CBD15D}"/>
                  </a:ext>
                </a:extLst>
              </p:cNvPr>
              <p:cNvSpPr/>
              <p:nvPr/>
            </p:nvSpPr>
            <p:spPr bwMode="auto">
              <a:xfrm>
                <a:off x="911225" y="2029779"/>
                <a:ext cx="504056" cy="360040"/>
              </a:xfrm>
              <a:prstGeom prst="rect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rPr>
                  <a:t>X1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8" name="Rechteck 14">
                <a:extLst>
                  <a:ext uri="{FF2B5EF4-FFF2-40B4-BE49-F238E27FC236}">
                    <a16:creationId xmlns:a16="http://schemas.microsoft.com/office/drawing/2014/main" id="{82F6E2DA-BB0B-A3BB-373B-5867FF15B7D0}"/>
                  </a:ext>
                </a:extLst>
              </p:cNvPr>
              <p:cNvSpPr/>
              <p:nvPr/>
            </p:nvSpPr>
            <p:spPr bwMode="auto">
              <a:xfrm>
                <a:off x="911225" y="2638749"/>
                <a:ext cx="504056" cy="360040"/>
              </a:xfrm>
              <a:prstGeom prst="rect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rPr>
                  <a:t>X2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0" name="Rechteck 15">
                <a:extLst>
                  <a:ext uri="{FF2B5EF4-FFF2-40B4-BE49-F238E27FC236}">
                    <a16:creationId xmlns:a16="http://schemas.microsoft.com/office/drawing/2014/main" id="{12E7B99D-5812-C938-DA52-B6FC94DDD411}"/>
                  </a:ext>
                </a:extLst>
              </p:cNvPr>
              <p:cNvSpPr/>
              <p:nvPr/>
            </p:nvSpPr>
            <p:spPr bwMode="auto">
              <a:xfrm>
                <a:off x="911225" y="3247719"/>
                <a:ext cx="504056" cy="360040"/>
              </a:xfrm>
              <a:prstGeom prst="rect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rPr>
                  <a:t>X3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1" name="Rechteck 16">
                <a:extLst>
                  <a:ext uri="{FF2B5EF4-FFF2-40B4-BE49-F238E27FC236}">
                    <a16:creationId xmlns:a16="http://schemas.microsoft.com/office/drawing/2014/main" id="{8C0AFC3E-9216-A9B5-195A-33B7B5940F11}"/>
                  </a:ext>
                </a:extLst>
              </p:cNvPr>
              <p:cNvSpPr/>
              <p:nvPr/>
            </p:nvSpPr>
            <p:spPr bwMode="auto">
              <a:xfrm>
                <a:off x="911225" y="3856689"/>
                <a:ext cx="504056" cy="360040"/>
              </a:xfrm>
              <a:prstGeom prst="rect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rPr>
                  <a:t>X4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5" name="Ellipse 17">
              <a:extLst>
                <a:ext uri="{FF2B5EF4-FFF2-40B4-BE49-F238E27FC236}">
                  <a16:creationId xmlns:a16="http://schemas.microsoft.com/office/drawing/2014/main" id="{3D7882D0-C287-50EB-C095-5C66BB95FCCF}"/>
                </a:ext>
              </a:extLst>
            </p:cNvPr>
            <p:cNvSpPr/>
            <p:nvPr/>
          </p:nvSpPr>
          <p:spPr bwMode="auto">
            <a:xfrm>
              <a:off x="3166252" y="2686271"/>
              <a:ext cx="864096" cy="792088"/>
            </a:xfrm>
            <a:prstGeom prst="ellipse">
              <a:avLst/>
            </a:prstGeom>
            <a:ln>
              <a:solidFill>
                <a:schemeClr val="accent1"/>
              </a:solidFill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rPr>
                <a:t>Psi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cxnSp>
          <p:nvCxnSpPr>
            <p:cNvPr id="26" name="Gerade Verbindung mit Pfeil 19">
              <a:extLst>
                <a:ext uri="{FF2B5EF4-FFF2-40B4-BE49-F238E27FC236}">
                  <a16:creationId xmlns:a16="http://schemas.microsoft.com/office/drawing/2014/main" id="{5120E507-45C1-F7CD-C134-E58E76A81700}"/>
                </a:ext>
              </a:extLst>
            </p:cNvPr>
            <p:cNvCxnSpPr>
              <a:stCxn id="25" idx="2"/>
              <a:endCxn id="47" idx="3"/>
            </p:cNvCxnSpPr>
            <p:nvPr/>
          </p:nvCxnSpPr>
          <p:spPr bwMode="auto">
            <a:xfrm flipH="1" flipV="1">
              <a:off x="2157941" y="2168860"/>
              <a:ext cx="1008311" cy="91345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Gerade Verbindung mit Pfeil 20">
              <a:extLst>
                <a:ext uri="{FF2B5EF4-FFF2-40B4-BE49-F238E27FC236}">
                  <a16:creationId xmlns:a16="http://schemas.microsoft.com/office/drawing/2014/main" id="{8B630B02-3178-5665-259F-5A7E4F17F47A}"/>
                </a:ext>
              </a:extLst>
            </p:cNvPr>
            <p:cNvCxnSpPr>
              <a:cxnSpLocks/>
              <a:stCxn id="25" idx="2"/>
              <a:endCxn id="48" idx="3"/>
            </p:cNvCxnSpPr>
            <p:nvPr/>
          </p:nvCxnSpPr>
          <p:spPr bwMode="auto">
            <a:xfrm flipH="1" flipV="1">
              <a:off x="2157941" y="2777830"/>
              <a:ext cx="1008311" cy="30448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Gerade Verbindung mit Pfeil 23">
              <a:extLst>
                <a:ext uri="{FF2B5EF4-FFF2-40B4-BE49-F238E27FC236}">
                  <a16:creationId xmlns:a16="http://schemas.microsoft.com/office/drawing/2014/main" id="{E97A795A-FCC4-BC97-C370-954DD22C81C1}"/>
                </a:ext>
              </a:extLst>
            </p:cNvPr>
            <p:cNvCxnSpPr>
              <a:cxnSpLocks/>
              <a:stCxn id="25" idx="2"/>
              <a:endCxn id="50" idx="3"/>
            </p:cNvCxnSpPr>
            <p:nvPr/>
          </p:nvCxnSpPr>
          <p:spPr bwMode="auto">
            <a:xfrm flipH="1">
              <a:off x="2157941" y="3082315"/>
              <a:ext cx="1008311" cy="30448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Gerade Verbindung mit Pfeil 26">
              <a:extLst>
                <a:ext uri="{FF2B5EF4-FFF2-40B4-BE49-F238E27FC236}">
                  <a16:creationId xmlns:a16="http://schemas.microsoft.com/office/drawing/2014/main" id="{91C8F62B-8B26-FB46-F798-BF4095E671ED}"/>
                </a:ext>
              </a:extLst>
            </p:cNvPr>
            <p:cNvCxnSpPr>
              <a:cxnSpLocks/>
              <a:stCxn id="25" idx="2"/>
              <a:endCxn id="51" idx="3"/>
            </p:cNvCxnSpPr>
            <p:nvPr/>
          </p:nvCxnSpPr>
          <p:spPr bwMode="auto">
            <a:xfrm flipH="1">
              <a:off x="2157941" y="3082315"/>
              <a:ext cx="1008311" cy="91345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" name="Ellipse 31">
              <a:extLst>
                <a:ext uri="{FF2B5EF4-FFF2-40B4-BE49-F238E27FC236}">
                  <a16:creationId xmlns:a16="http://schemas.microsoft.com/office/drawing/2014/main" id="{2CCBA3C7-B97E-6AFD-6331-9B6A7C5F33D6}"/>
                </a:ext>
              </a:extLst>
            </p:cNvPr>
            <p:cNvSpPr/>
            <p:nvPr/>
          </p:nvSpPr>
          <p:spPr bwMode="auto">
            <a:xfrm>
              <a:off x="905966" y="1952860"/>
              <a:ext cx="432000" cy="432000"/>
            </a:xfrm>
            <a:prstGeom prst="ellipse">
              <a:avLst/>
            </a:prstGeom>
            <a:ln>
              <a:solidFill>
                <a:schemeClr val="accent1"/>
              </a:solidFill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rPr>
                <a:t>e1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1" name="Ellipse 32">
              <a:extLst>
                <a:ext uri="{FF2B5EF4-FFF2-40B4-BE49-F238E27FC236}">
                  <a16:creationId xmlns:a16="http://schemas.microsoft.com/office/drawing/2014/main" id="{FBCA06FE-5917-0C0A-E327-B2C4FF97246B}"/>
                </a:ext>
              </a:extLst>
            </p:cNvPr>
            <p:cNvSpPr/>
            <p:nvPr/>
          </p:nvSpPr>
          <p:spPr bwMode="auto">
            <a:xfrm>
              <a:off x="905966" y="2560210"/>
              <a:ext cx="432000" cy="432000"/>
            </a:xfrm>
            <a:prstGeom prst="ellipse">
              <a:avLst/>
            </a:prstGeom>
            <a:ln>
              <a:solidFill>
                <a:schemeClr val="accent1"/>
              </a:solidFill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rPr>
                <a:t>e2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2" name="Ellipse 33">
              <a:extLst>
                <a:ext uri="{FF2B5EF4-FFF2-40B4-BE49-F238E27FC236}">
                  <a16:creationId xmlns:a16="http://schemas.microsoft.com/office/drawing/2014/main" id="{F8BDD1A7-E81C-3BB1-7286-F9EE0CFCFCC0}"/>
                </a:ext>
              </a:extLst>
            </p:cNvPr>
            <p:cNvSpPr/>
            <p:nvPr/>
          </p:nvSpPr>
          <p:spPr bwMode="auto">
            <a:xfrm>
              <a:off x="905966" y="3167560"/>
              <a:ext cx="432000" cy="432000"/>
            </a:xfrm>
            <a:prstGeom prst="ellipse">
              <a:avLst/>
            </a:prstGeom>
            <a:ln>
              <a:solidFill>
                <a:schemeClr val="accent1"/>
              </a:solidFill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rPr>
                <a:t>e3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3" name="Ellipse 34">
              <a:extLst>
                <a:ext uri="{FF2B5EF4-FFF2-40B4-BE49-F238E27FC236}">
                  <a16:creationId xmlns:a16="http://schemas.microsoft.com/office/drawing/2014/main" id="{44E79FC1-8AD0-270F-F347-E3D97B8FAD80}"/>
                </a:ext>
              </a:extLst>
            </p:cNvPr>
            <p:cNvSpPr/>
            <p:nvPr/>
          </p:nvSpPr>
          <p:spPr bwMode="auto">
            <a:xfrm>
              <a:off x="905966" y="3774910"/>
              <a:ext cx="432000" cy="432000"/>
            </a:xfrm>
            <a:prstGeom prst="ellipse">
              <a:avLst/>
            </a:prstGeom>
            <a:ln>
              <a:solidFill>
                <a:schemeClr val="accent1"/>
              </a:solidFill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rPr>
                <a:t>e4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cxnSp>
          <p:nvCxnSpPr>
            <p:cNvPr id="34" name="Gerade Verbindung mit Pfeil 35">
              <a:extLst>
                <a:ext uri="{FF2B5EF4-FFF2-40B4-BE49-F238E27FC236}">
                  <a16:creationId xmlns:a16="http://schemas.microsoft.com/office/drawing/2014/main" id="{C6173A75-E4D9-E259-EF74-27A7EE54E8B0}"/>
                </a:ext>
              </a:extLst>
            </p:cNvPr>
            <p:cNvCxnSpPr>
              <a:cxnSpLocks/>
              <a:stCxn id="30" idx="6"/>
              <a:endCxn id="47" idx="1"/>
            </p:cNvCxnSpPr>
            <p:nvPr/>
          </p:nvCxnSpPr>
          <p:spPr bwMode="auto">
            <a:xfrm>
              <a:off x="1337966" y="2168860"/>
              <a:ext cx="315919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" name="Gerade Verbindung mit Pfeil 42">
              <a:extLst>
                <a:ext uri="{FF2B5EF4-FFF2-40B4-BE49-F238E27FC236}">
                  <a16:creationId xmlns:a16="http://schemas.microsoft.com/office/drawing/2014/main" id="{F42E8567-3F33-32E8-48D6-AA45D34D3A21}"/>
                </a:ext>
              </a:extLst>
            </p:cNvPr>
            <p:cNvCxnSpPr>
              <a:cxnSpLocks/>
              <a:stCxn id="31" idx="6"/>
              <a:endCxn id="48" idx="1"/>
            </p:cNvCxnSpPr>
            <p:nvPr/>
          </p:nvCxnSpPr>
          <p:spPr bwMode="auto">
            <a:xfrm>
              <a:off x="1337966" y="2776210"/>
              <a:ext cx="315919" cy="16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Gerade Verbindung mit Pfeil 45">
              <a:extLst>
                <a:ext uri="{FF2B5EF4-FFF2-40B4-BE49-F238E27FC236}">
                  <a16:creationId xmlns:a16="http://schemas.microsoft.com/office/drawing/2014/main" id="{640F4907-3FB3-C54E-EF79-E00AEBFAE21E}"/>
                </a:ext>
              </a:extLst>
            </p:cNvPr>
            <p:cNvCxnSpPr>
              <a:cxnSpLocks/>
              <a:stCxn id="32" idx="6"/>
              <a:endCxn id="50" idx="1"/>
            </p:cNvCxnSpPr>
            <p:nvPr/>
          </p:nvCxnSpPr>
          <p:spPr bwMode="auto">
            <a:xfrm>
              <a:off x="1337966" y="3383560"/>
              <a:ext cx="315919" cy="324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Gerade Verbindung mit Pfeil 48">
              <a:extLst>
                <a:ext uri="{FF2B5EF4-FFF2-40B4-BE49-F238E27FC236}">
                  <a16:creationId xmlns:a16="http://schemas.microsoft.com/office/drawing/2014/main" id="{FEFBB131-B857-4B04-0DAB-750223EAEFEF}"/>
                </a:ext>
              </a:extLst>
            </p:cNvPr>
            <p:cNvCxnSpPr>
              <a:cxnSpLocks/>
              <a:stCxn id="33" idx="6"/>
              <a:endCxn id="51" idx="1"/>
            </p:cNvCxnSpPr>
            <p:nvPr/>
          </p:nvCxnSpPr>
          <p:spPr bwMode="auto">
            <a:xfrm>
              <a:off x="1337966" y="3990910"/>
              <a:ext cx="315919" cy="486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" name="Textfeld 51">
              <a:extLst>
                <a:ext uri="{FF2B5EF4-FFF2-40B4-BE49-F238E27FC236}">
                  <a16:creationId xmlns:a16="http://schemas.microsoft.com/office/drawing/2014/main" id="{B1B700CC-1ACD-0208-3FF6-5421161FBC72}"/>
                </a:ext>
              </a:extLst>
            </p:cNvPr>
            <p:cNvSpPr txBox="1"/>
            <p:nvPr/>
          </p:nvSpPr>
          <p:spPr>
            <a:xfrm>
              <a:off x="2473860" y="2207888"/>
              <a:ext cx="437299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0.8</a:t>
              </a:r>
              <a:endParaRPr lang="en-US" dirty="0"/>
            </a:p>
          </p:txBody>
        </p:sp>
        <p:sp>
          <p:nvSpPr>
            <p:cNvPr id="39" name="Textfeld 52">
              <a:extLst>
                <a:ext uri="{FF2B5EF4-FFF2-40B4-BE49-F238E27FC236}">
                  <a16:creationId xmlns:a16="http://schemas.microsoft.com/office/drawing/2014/main" id="{E5308517-5B59-E778-0B91-7D990363FF3F}"/>
                </a:ext>
              </a:extLst>
            </p:cNvPr>
            <p:cNvSpPr txBox="1"/>
            <p:nvPr/>
          </p:nvSpPr>
          <p:spPr>
            <a:xfrm>
              <a:off x="2257070" y="2530807"/>
              <a:ext cx="437299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0.9</a:t>
              </a:r>
              <a:endParaRPr lang="en-US" dirty="0"/>
            </a:p>
          </p:txBody>
        </p:sp>
        <p:sp>
          <p:nvSpPr>
            <p:cNvPr id="44" name="Textfeld 53">
              <a:extLst>
                <a:ext uri="{FF2B5EF4-FFF2-40B4-BE49-F238E27FC236}">
                  <a16:creationId xmlns:a16="http://schemas.microsoft.com/office/drawing/2014/main" id="{C9FDD809-A649-A484-2079-0D6F1079F63C}"/>
                </a:ext>
              </a:extLst>
            </p:cNvPr>
            <p:cNvSpPr txBox="1"/>
            <p:nvPr/>
          </p:nvSpPr>
          <p:spPr>
            <a:xfrm>
              <a:off x="2259699" y="2983783"/>
              <a:ext cx="437299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0.6</a:t>
              </a:r>
              <a:endParaRPr lang="en-US" dirty="0"/>
            </a:p>
          </p:txBody>
        </p:sp>
        <p:sp>
          <p:nvSpPr>
            <p:cNvPr id="45" name="Textfeld 54">
              <a:extLst>
                <a:ext uri="{FF2B5EF4-FFF2-40B4-BE49-F238E27FC236}">
                  <a16:creationId xmlns:a16="http://schemas.microsoft.com/office/drawing/2014/main" id="{A9C183B2-73BE-61D3-595C-7DCED2EB8F1C}"/>
                </a:ext>
              </a:extLst>
            </p:cNvPr>
            <p:cNvSpPr txBox="1"/>
            <p:nvPr/>
          </p:nvSpPr>
          <p:spPr>
            <a:xfrm>
              <a:off x="2473860" y="3566820"/>
              <a:ext cx="437299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0.7</a:t>
              </a:r>
              <a:endParaRPr lang="en-US" dirty="0"/>
            </a:p>
          </p:txBody>
        </p:sp>
      </p:grpSp>
      <p:grpSp>
        <p:nvGrpSpPr>
          <p:cNvPr id="52" name="Gruppieren 55">
            <a:extLst>
              <a:ext uri="{FF2B5EF4-FFF2-40B4-BE49-F238E27FC236}">
                <a16:creationId xmlns:a16="http://schemas.microsoft.com/office/drawing/2014/main" id="{5ABD70E9-C643-3991-3A62-DB0E7D78234E}"/>
              </a:ext>
            </a:extLst>
          </p:cNvPr>
          <p:cNvGrpSpPr/>
          <p:nvPr/>
        </p:nvGrpSpPr>
        <p:grpSpPr>
          <a:xfrm>
            <a:off x="7572899" y="1318200"/>
            <a:ext cx="3124382" cy="2254050"/>
            <a:chOff x="905966" y="1952860"/>
            <a:chExt cx="3124382" cy="2254050"/>
          </a:xfrm>
        </p:grpSpPr>
        <p:grpSp>
          <p:nvGrpSpPr>
            <p:cNvPr id="53" name="Gruppieren 29">
              <a:extLst>
                <a:ext uri="{FF2B5EF4-FFF2-40B4-BE49-F238E27FC236}">
                  <a16:creationId xmlns:a16="http://schemas.microsoft.com/office/drawing/2014/main" id="{74D6B90E-43DA-59F4-6EDA-5276C1B14CE6}"/>
                </a:ext>
              </a:extLst>
            </p:cNvPr>
            <p:cNvGrpSpPr/>
            <p:nvPr/>
          </p:nvGrpSpPr>
          <p:grpSpPr>
            <a:xfrm>
              <a:off x="1653885" y="1988840"/>
              <a:ext cx="504056" cy="2186950"/>
              <a:chOff x="911225" y="2029779"/>
              <a:chExt cx="504056" cy="2186950"/>
            </a:xfrm>
          </p:grpSpPr>
          <p:sp>
            <p:nvSpPr>
              <p:cNvPr id="96" name="Rechteck 13">
                <a:extLst>
                  <a:ext uri="{FF2B5EF4-FFF2-40B4-BE49-F238E27FC236}">
                    <a16:creationId xmlns:a16="http://schemas.microsoft.com/office/drawing/2014/main" id="{4C519300-113D-F1AD-7FDF-7E556C4CAE31}"/>
                  </a:ext>
                </a:extLst>
              </p:cNvPr>
              <p:cNvSpPr/>
              <p:nvPr/>
            </p:nvSpPr>
            <p:spPr bwMode="auto">
              <a:xfrm>
                <a:off x="911225" y="2029779"/>
                <a:ext cx="504056" cy="360040"/>
              </a:xfrm>
              <a:prstGeom prst="rect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rPr>
                  <a:t>X1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97" name="Rechteck 14">
                <a:extLst>
                  <a:ext uri="{FF2B5EF4-FFF2-40B4-BE49-F238E27FC236}">
                    <a16:creationId xmlns:a16="http://schemas.microsoft.com/office/drawing/2014/main" id="{45ECC11C-6146-B2A4-1007-5104A04A55E7}"/>
                  </a:ext>
                </a:extLst>
              </p:cNvPr>
              <p:cNvSpPr/>
              <p:nvPr/>
            </p:nvSpPr>
            <p:spPr bwMode="auto">
              <a:xfrm>
                <a:off x="911225" y="2638749"/>
                <a:ext cx="504056" cy="360040"/>
              </a:xfrm>
              <a:prstGeom prst="rect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rPr>
                  <a:t>X2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99" name="Rechteck 15">
                <a:extLst>
                  <a:ext uri="{FF2B5EF4-FFF2-40B4-BE49-F238E27FC236}">
                    <a16:creationId xmlns:a16="http://schemas.microsoft.com/office/drawing/2014/main" id="{E2765BA6-4725-1D6C-E913-5DD61BAD2558}"/>
                  </a:ext>
                </a:extLst>
              </p:cNvPr>
              <p:cNvSpPr/>
              <p:nvPr/>
            </p:nvSpPr>
            <p:spPr bwMode="auto">
              <a:xfrm>
                <a:off x="911225" y="3247719"/>
                <a:ext cx="504056" cy="360040"/>
              </a:xfrm>
              <a:prstGeom prst="rect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rPr>
                  <a:t>X3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00" name="Rechteck 16">
                <a:extLst>
                  <a:ext uri="{FF2B5EF4-FFF2-40B4-BE49-F238E27FC236}">
                    <a16:creationId xmlns:a16="http://schemas.microsoft.com/office/drawing/2014/main" id="{E740260A-1937-84C4-C521-2694AED66490}"/>
                  </a:ext>
                </a:extLst>
              </p:cNvPr>
              <p:cNvSpPr/>
              <p:nvPr/>
            </p:nvSpPr>
            <p:spPr bwMode="auto">
              <a:xfrm>
                <a:off x="911225" y="3856689"/>
                <a:ext cx="504056" cy="360040"/>
              </a:xfrm>
              <a:prstGeom prst="rect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rPr>
                  <a:t>X4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59" name="Ellipse 17">
              <a:extLst>
                <a:ext uri="{FF2B5EF4-FFF2-40B4-BE49-F238E27FC236}">
                  <a16:creationId xmlns:a16="http://schemas.microsoft.com/office/drawing/2014/main" id="{7CBA0650-47D3-FD33-6606-1D8BDC4DA265}"/>
                </a:ext>
              </a:extLst>
            </p:cNvPr>
            <p:cNvSpPr/>
            <p:nvPr/>
          </p:nvSpPr>
          <p:spPr bwMode="auto">
            <a:xfrm>
              <a:off x="3166252" y="2686271"/>
              <a:ext cx="864096" cy="792088"/>
            </a:xfrm>
            <a:prstGeom prst="ellipse">
              <a:avLst/>
            </a:prstGeom>
            <a:ln>
              <a:solidFill>
                <a:schemeClr val="accent1"/>
              </a:solidFill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rPr>
                <a:t>Psi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cxnSp>
          <p:nvCxnSpPr>
            <p:cNvPr id="62" name="Gerade Verbindung mit Pfeil 19">
              <a:extLst>
                <a:ext uri="{FF2B5EF4-FFF2-40B4-BE49-F238E27FC236}">
                  <a16:creationId xmlns:a16="http://schemas.microsoft.com/office/drawing/2014/main" id="{3E8A3DC3-2DEA-67F9-AF8F-69B7C1FCE020}"/>
                </a:ext>
              </a:extLst>
            </p:cNvPr>
            <p:cNvCxnSpPr>
              <a:stCxn id="59" idx="2"/>
              <a:endCxn id="96" idx="3"/>
            </p:cNvCxnSpPr>
            <p:nvPr/>
          </p:nvCxnSpPr>
          <p:spPr bwMode="auto">
            <a:xfrm flipH="1" flipV="1">
              <a:off x="2157941" y="2168860"/>
              <a:ext cx="1008311" cy="91345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3" name="Gerade Verbindung mit Pfeil 20">
              <a:extLst>
                <a:ext uri="{FF2B5EF4-FFF2-40B4-BE49-F238E27FC236}">
                  <a16:creationId xmlns:a16="http://schemas.microsoft.com/office/drawing/2014/main" id="{5DD9E3C8-F627-E63A-B64B-7B585179593B}"/>
                </a:ext>
              </a:extLst>
            </p:cNvPr>
            <p:cNvCxnSpPr>
              <a:cxnSpLocks/>
              <a:stCxn id="59" idx="2"/>
              <a:endCxn id="97" idx="3"/>
            </p:cNvCxnSpPr>
            <p:nvPr/>
          </p:nvCxnSpPr>
          <p:spPr bwMode="auto">
            <a:xfrm flipH="1" flipV="1">
              <a:off x="2157941" y="2777830"/>
              <a:ext cx="1008311" cy="30448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" name="Gerade Verbindung mit Pfeil 23">
              <a:extLst>
                <a:ext uri="{FF2B5EF4-FFF2-40B4-BE49-F238E27FC236}">
                  <a16:creationId xmlns:a16="http://schemas.microsoft.com/office/drawing/2014/main" id="{FC0DA958-6CA3-EA02-F0B6-C0998EA78A6E}"/>
                </a:ext>
              </a:extLst>
            </p:cNvPr>
            <p:cNvCxnSpPr>
              <a:cxnSpLocks/>
              <a:stCxn id="59" idx="2"/>
              <a:endCxn id="99" idx="3"/>
            </p:cNvCxnSpPr>
            <p:nvPr/>
          </p:nvCxnSpPr>
          <p:spPr bwMode="auto">
            <a:xfrm flipH="1">
              <a:off x="2157941" y="3082315"/>
              <a:ext cx="1008311" cy="30448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Gerade Verbindung mit Pfeil 26">
              <a:extLst>
                <a:ext uri="{FF2B5EF4-FFF2-40B4-BE49-F238E27FC236}">
                  <a16:creationId xmlns:a16="http://schemas.microsoft.com/office/drawing/2014/main" id="{D1660853-9590-5CE7-704B-E5D14A8F3F98}"/>
                </a:ext>
              </a:extLst>
            </p:cNvPr>
            <p:cNvCxnSpPr>
              <a:cxnSpLocks/>
              <a:stCxn id="59" idx="2"/>
              <a:endCxn id="100" idx="3"/>
            </p:cNvCxnSpPr>
            <p:nvPr/>
          </p:nvCxnSpPr>
          <p:spPr bwMode="auto">
            <a:xfrm flipH="1">
              <a:off x="2157941" y="3082315"/>
              <a:ext cx="1008311" cy="91345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8" name="Ellipse 31">
              <a:extLst>
                <a:ext uri="{FF2B5EF4-FFF2-40B4-BE49-F238E27FC236}">
                  <a16:creationId xmlns:a16="http://schemas.microsoft.com/office/drawing/2014/main" id="{761E5571-34DB-653C-128A-170B2468876A}"/>
                </a:ext>
              </a:extLst>
            </p:cNvPr>
            <p:cNvSpPr/>
            <p:nvPr/>
          </p:nvSpPr>
          <p:spPr bwMode="auto">
            <a:xfrm>
              <a:off x="905966" y="1952860"/>
              <a:ext cx="432000" cy="432000"/>
            </a:xfrm>
            <a:prstGeom prst="ellipse">
              <a:avLst/>
            </a:prstGeom>
            <a:ln>
              <a:solidFill>
                <a:schemeClr val="accent1"/>
              </a:solidFill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rPr>
                <a:t>e1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69" name="Ellipse 32">
              <a:extLst>
                <a:ext uri="{FF2B5EF4-FFF2-40B4-BE49-F238E27FC236}">
                  <a16:creationId xmlns:a16="http://schemas.microsoft.com/office/drawing/2014/main" id="{57714151-C247-3BD3-56FC-8EEDCC96CA48}"/>
                </a:ext>
              </a:extLst>
            </p:cNvPr>
            <p:cNvSpPr/>
            <p:nvPr/>
          </p:nvSpPr>
          <p:spPr bwMode="auto">
            <a:xfrm>
              <a:off x="905966" y="2560210"/>
              <a:ext cx="432000" cy="432000"/>
            </a:xfrm>
            <a:prstGeom prst="ellipse">
              <a:avLst/>
            </a:prstGeom>
            <a:ln>
              <a:solidFill>
                <a:schemeClr val="accent1"/>
              </a:solidFill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rPr>
                <a:t>e1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81" name="Ellipse 33">
              <a:extLst>
                <a:ext uri="{FF2B5EF4-FFF2-40B4-BE49-F238E27FC236}">
                  <a16:creationId xmlns:a16="http://schemas.microsoft.com/office/drawing/2014/main" id="{FA761F88-B4E3-7895-4EB9-A07C24A5E570}"/>
                </a:ext>
              </a:extLst>
            </p:cNvPr>
            <p:cNvSpPr/>
            <p:nvPr/>
          </p:nvSpPr>
          <p:spPr bwMode="auto">
            <a:xfrm>
              <a:off x="905966" y="3167560"/>
              <a:ext cx="432000" cy="432000"/>
            </a:xfrm>
            <a:prstGeom prst="ellipse">
              <a:avLst/>
            </a:prstGeom>
            <a:ln>
              <a:solidFill>
                <a:schemeClr val="accent1"/>
              </a:solidFill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rPr>
                <a:t>e1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82" name="Ellipse 34">
              <a:extLst>
                <a:ext uri="{FF2B5EF4-FFF2-40B4-BE49-F238E27FC236}">
                  <a16:creationId xmlns:a16="http://schemas.microsoft.com/office/drawing/2014/main" id="{C48699FB-1FE8-C8AC-9A0E-25228BCC35A9}"/>
                </a:ext>
              </a:extLst>
            </p:cNvPr>
            <p:cNvSpPr/>
            <p:nvPr/>
          </p:nvSpPr>
          <p:spPr bwMode="auto">
            <a:xfrm>
              <a:off x="905966" y="3774910"/>
              <a:ext cx="432000" cy="432000"/>
            </a:xfrm>
            <a:prstGeom prst="ellipse">
              <a:avLst/>
            </a:prstGeom>
            <a:ln>
              <a:solidFill>
                <a:schemeClr val="accent1"/>
              </a:solidFill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rPr>
                <a:t>e1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cxnSp>
          <p:nvCxnSpPr>
            <p:cNvPr id="84" name="Gerade Verbindung mit Pfeil 35">
              <a:extLst>
                <a:ext uri="{FF2B5EF4-FFF2-40B4-BE49-F238E27FC236}">
                  <a16:creationId xmlns:a16="http://schemas.microsoft.com/office/drawing/2014/main" id="{AB07E7A1-13A9-14A5-D565-4F5E2D424AA6}"/>
                </a:ext>
              </a:extLst>
            </p:cNvPr>
            <p:cNvCxnSpPr>
              <a:cxnSpLocks/>
              <a:stCxn id="68" idx="6"/>
              <a:endCxn id="96" idx="1"/>
            </p:cNvCxnSpPr>
            <p:nvPr/>
          </p:nvCxnSpPr>
          <p:spPr bwMode="auto">
            <a:xfrm>
              <a:off x="1337966" y="2168860"/>
              <a:ext cx="315919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mit Pfeil 42">
              <a:extLst>
                <a:ext uri="{FF2B5EF4-FFF2-40B4-BE49-F238E27FC236}">
                  <a16:creationId xmlns:a16="http://schemas.microsoft.com/office/drawing/2014/main" id="{C690E2AD-9E62-43ED-28A8-6F346F95FFC8}"/>
                </a:ext>
              </a:extLst>
            </p:cNvPr>
            <p:cNvCxnSpPr>
              <a:cxnSpLocks/>
              <a:stCxn id="69" idx="6"/>
              <a:endCxn id="97" idx="1"/>
            </p:cNvCxnSpPr>
            <p:nvPr/>
          </p:nvCxnSpPr>
          <p:spPr bwMode="auto">
            <a:xfrm>
              <a:off x="1337966" y="2776210"/>
              <a:ext cx="315919" cy="16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mit Pfeil 45">
              <a:extLst>
                <a:ext uri="{FF2B5EF4-FFF2-40B4-BE49-F238E27FC236}">
                  <a16:creationId xmlns:a16="http://schemas.microsoft.com/office/drawing/2014/main" id="{D11B09C3-5E08-F5F4-5636-BA5642A97EA0}"/>
                </a:ext>
              </a:extLst>
            </p:cNvPr>
            <p:cNvCxnSpPr>
              <a:cxnSpLocks/>
              <a:stCxn id="81" idx="6"/>
              <a:endCxn id="99" idx="1"/>
            </p:cNvCxnSpPr>
            <p:nvPr/>
          </p:nvCxnSpPr>
          <p:spPr bwMode="auto">
            <a:xfrm>
              <a:off x="1337966" y="3383560"/>
              <a:ext cx="315919" cy="324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mit Pfeil 48">
              <a:extLst>
                <a:ext uri="{FF2B5EF4-FFF2-40B4-BE49-F238E27FC236}">
                  <a16:creationId xmlns:a16="http://schemas.microsoft.com/office/drawing/2014/main" id="{72BB3596-4BA2-725C-F97A-8BC62E7317D6}"/>
                </a:ext>
              </a:extLst>
            </p:cNvPr>
            <p:cNvCxnSpPr>
              <a:cxnSpLocks/>
              <a:stCxn id="82" idx="6"/>
              <a:endCxn id="100" idx="1"/>
            </p:cNvCxnSpPr>
            <p:nvPr/>
          </p:nvCxnSpPr>
          <p:spPr bwMode="auto">
            <a:xfrm>
              <a:off x="1337966" y="3990910"/>
              <a:ext cx="315919" cy="486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0" name="Textfeld 51">
              <a:extLst>
                <a:ext uri="{FF2B5EF4-FFF2-40B4-BE49-F238E27FC236}">
                  <a16:creationId xmlns:a16="http://schemas.microsoft.com/office/drawing/2014/main" id="{1446C09C-6C26-7780-4B87-C7871C50AC95}"/>
                </a:ext>
              </a:extLst>
            </p:cNvPr>
            <p:cNvSpPr txBox="1"/>
            <p:nvPr/>
          </p:nvSpPr>
          <p:spPr>
            <a:xfrm>
              <a:off x="2473860" y="2207888"/>
              <a:ext cx="285976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1</a:t>
              </a:r>
              <a:endParaRPr lang="en-US" dirty="0"/>
            </a:p>
          </p:txBody>
        </p:sp>
        <p:sp>
          <p:nvSpPr>
            <p:cNvPr id="91" name="Textfeld 52">
              <a:extLst>
                <a:ext uri="{FF2B5EF4-FFF2-40B4-BE49-F238E27FC236}">
                  <a16:creationId xmlns:a16="http://schemas.microsoft.com/office/drawing/2014/main" id="{6EFF96A2-3783-20A7-EC40-50E0A860B43F}"/>
                </a:ext>
              </a:extLst>
            </p:cNvPr>
            <p:cNvSpPr txBox="1"/>
            <p:nvPr/>
          </p:nvSpPr>
          <p:spPr>
            <a:xfrm>
              <a:off x="2257070" y="2530807"/>
              <a:ext cx="285976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1</a:t>
              </a:r>
              <a:endParaRPr lang="en-US" dirty="0"/>
            </a:p>
          </p:txBody>
        </p:sp>
        <p:sp>
          <p:nvSpPr>
            <p:cNvPr id="93" name="Textfeld 53">
              <a:extLst>
                <a:ext uri="{FF2B5EF4-FFF2-40B4-BE49-F238E27FC236}">
                  <a16:creationId xmlns:a16="http://schemas.microsoft.com/office/drawing/2014/main" id="{893FF714-8D4E-6395-1895-6F3A8B218938}"/>
                </a:ext>
              </a:extLst>
            </p:cNvPr>
            <p:cNvSpPr txBox="1"/>
            <p:nvPr/>
          </p:nvSpPr>
          <p:spPr>
            <a:xfrm>
              <a:off x="2259699" y="2983783"/>
              <a:ext cx="285976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1</a:t>
              </a:r>
              <a:endParaRPr lang="en-US" dirty="0"/>
            </a:p>
          </p:txBody>
        </p:sp>
        <p:sp>
          <p:nvSpPr>
            <p:cNvPr id="94" name="Textfeld 54">
              <a:extLst>
                <a:ext uri="{FF2B5EF4-FFF2-40B4-BE49-F238E27FC236}">
                  <a16:creationId xmlns:a16="http://schemas.microsoft.com/office/drawing/2014/main" id="{96222674-8BD0-E233-A555-9A74F4B96FED}"/>
                </a:ext>
              </a:extLst>
            </p:cNvPr>
            <p:cNvSpPr txBox="1"/>
            <p:nvPr/>
          </p:nvSpPr>
          <p:spPr>
            <a:xfrm>
              <a:off x="2473860" y="3566820"/>
              <a:ext cx="285976" cy="3336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1</a:t>
              </a:r>
              <a:endParaRPr lang="en-US" dirty="0"/>
            </a:p>
          </p:txBody>
        </p: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9E47EF88-30F8-E3AE-036D-7FE48300DAF9}"/>
              </a:ext>
            </a:extLst>
          </p:cNvPr>
          <p:cNvSpPr txBox="1"/>
          <p:nvPr/>
        </p:nvSpPr>
        <p:spPr>
          <a:xfrm>
            <a:off x="11781524" y="2343743"/>
            <a:ext cx="324873" cy="333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1</a:t>
            </a:r>
            <a:endParaRPr lang="en-US" dirty="0"/>
          </a:p>
        </p:txBody>
      </p: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BD9B542E-CBFE-A3EA-18A1-E182C6AF9634}"/>
              </a:ext>
            </a:extLst>
          </p:cNvPr>
          <p:cNvGrpSpPr/>
          <p:nvPr/>
        </p:nvGrpSpPr>
        <p:grpSpPr>
          <a:xfrm>
            <a:off x="3368940" y="3378733"/>
            <a:ext cx="3883861" cy="3039428"/>
            <a:chOff x="4289945" y="3765928"/>
            <a:chExt cx="3883861" cy="3039428"/>
          </a:xfrm>
        </p:grpSpPr>
        <p:sp>
          <p:nvSpPr>
            <p:cNvPr id="178" name="Ellipse 31">
              <a:extLst>
                <a:ext uri="{FF2B5EF4-FFF2-40B4-BE49-F238E27FC236}">
                  <a16:creationId xmlns:a16="http://schemas.microsoft.com/office/drawing/2014/main" id="{6C515DD1-751B-103B-D040-B303933F5C39}"/>
                </a:ext>
              </a:extLst>
            </p:cNvPr>
            <p:cNvSpPr/>
            <p:nvPr/>
          </p:nvSpPr>
          <p:spPr bwMode="auto">
            <a:xfrm>
              <a:off x="6987331" y="6215431"/>
              <a:ext cx="581042" cy="589925"/>
            </a:xfrm>
            <a:prstGeom prst="ellipse">
              <a:avLst/>
            </a:prstGeom>
            <a:ln>
              <a:solidFill>
                <a:schemeClr val="accent1"/>
              </a:solidFill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de-DE" sz="2000" dirty="0">
                  <a:solidFill>
                    <a:schemeClr val="bg1"/>
                  </a:solidFill>
                  <a:latin typeface="Arial" charset="0"/>
                  <a:ea typeface="ＭＳ Ｐゴシック" charset="0"/>
                  <a:cs typeface="Arial" charset="0"/>
                </a:rPr>
                <a:t>SR2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AAE0BE0D-253F-AA6D-7C50-CE606C5D084F}"/>
                </a:ext>
              </a:extLst>
            </p:cNvPr>
            <p:cNvGrpSpPr/>
            <p:nvPr/>
          </p:nvGrpSpPr>
          <p:grpSpPr>
            <a:xfrm>
              <a:off x="4289945" y="3765928"/>
              <a:ext cx="3883861" cy="2654026"/>
              <a:chOff x="4289945" y="3765928"/>
              <a:chExt cx="3883861" cy="2654026"/>
            </a:xfrm>
          </p:grpSpPr>
          <p:grpSp>
            <p:nvGrpSpPr>
              <p:cNvPr id="107" name="Gruppieren 29">
                <a:extLst>
                  <a:ext uri="{FF2B5EF4-FFF2-40B4-BE49-F238E27FC236}">
                    <a16:creationId xmlns:a16="http://schemas.microsoft.com/office/drawing/2014/main" id="{C693E354-66C0-1B33-BF01-79AD309A8AF8}"/>
                  </a:ext>
                </a:extLst>
              </p:cNvPr>
              <p:cNvGrpSpPr/>
              <p:nvPr/>
            </p:nvGrpSpPr>
            <p:grpSpPr>
              <a:xfrm>
                <a:off x="5037864" y="4201884"/>
                <a:ext cx="504056" cy="2186950"/>
                <a:chOff x="911225" y="2029779"/>
                <a:chExt cx="504056" cy="2186950"/>
              </a:xfrm>
            </p:grpSpPr>
            <p:sp>
              <p:nvSpPr>
                <p:cNvPr id="148" name="Rechteck 13">
                  <a:extLst>
                    <a:ext uri="{FF2B5EF4-FFF2-40B4-BE49-F238E27FC236}">
                      <a16:creationId xmlns:a16="http://schemas.microsoft.com/office/drawing/2014/main" id="{85E76587-43C0-126B-1069-6251747748BF}"/>
                    </a:ext>
                  </a:extLst>
                </p:cNvPr>
                <p:cNvSpPr/>
                <p:nvPr/>
              </p:nvSpPr>
              <p:spPr bwMode="auto">
                <a:xfrm>
                  <a:off x="911225" y="2029779"/>
                  <a:ext cx="504056" cy="360040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  <a:headEnd type="none" w="med" len="med"/>
                  <a:tailEnd type="none" w="med" len="med"/>
                </a:ln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de-DE" sz="2400" b="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ＭＳ Ｐゴシック" charset="0"/>
                      <a:cs typeface="Arial" charset="0"/>
                    </a:rPr>
                    <a:t>X1</a:t>
                  </a:r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49" name="Rechteck 14">
                  <a:extLst>
                    <a:ext uri="{FF2B5EF4-FFF2-40B4-BE49-F238E27FC236}">
                      <a16:creationId xmlns:a16="http://schemas.microsoft.com/office/drawing/2014/main" id="{9B6C6BD2-BF69-5293-3014-5CBF71470561}"/>
                    </a:ext>
                  </a:extLst>
                </p:cNvPr>
                <p:cNvSpPr/>
                <p:nvPr/>
              </p:nvSpPr>
              <p:spPr bwMode="auto">
                <a:xfrm>
                  <a:off x="911225" y="2638749"/>
                  <a:ext cx="504056" cy="360040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  <a:headEnd type="none" w="med" len="med"/>
                  <a:tailEnd type="none" w="med" len="med"/>
                </a:ln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de-DE" sz="2400" b="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ＭＳ Ｐゴシック" charset="0"/>
                      <a:cs typeface="Arial" charset="0"/>
                    </a:rPr>
                    <a:t>X2</a:t>
                  </a:r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51" name="Rechteck 15">
                  <a:extLst>
                    <a:ext uri="{FF2B5EF4-FFF2-40B4-BE49-F238E27FC236}">
                      <a16:creationId xmlns:a16="http://schemas.microsoft.com/office/drawing/2014/main" id="{5FA02246-70FA-8C5A-6D3F-46D5E4F2D074}"/>
                    </a:ext>
                  </a:extLst>
                </p:cNvPr>
                <p:cNvSpPr/>
                <p:nvPr/>
              </p:nvSpPr>
              <p:spPr bwMode="auto">
                <a:xfrm>
                  <a:off x="911225" y="3247719"/>
                  <a:ext cx="504056" cy="360040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  <a:headEnd type="none" w="med" len="med"/>
                  <a:tailEnd type="none" w="med" len="med"/>
                </a:ln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de-DE" sz="2400" b="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ＭＳ Ｐゴシック" charset="0"/>
                      <a:cs typeface="Arial" charset="0"/>
                    </a:rPr>
                    <a:t>X3</a:t>
                  </a:r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52" name="Rechteck 16">
                  <a:extLst>
                    <a:ext uri="{FF2B5EF4-FFF2-40B4-BE49-F238E27FC236}">
                      <a16:creationId xmlns:a16="http://schemas.microsoft.com/office/drawing/2014/main" id="{BE95E7A6-F0C3-92FB-CD2F-AB27677CA89C}"/>
                    </a:ext>
                  </a:extLst>
                </p:cNvPr>
                <p:cNvSpPr/>
                <p:nvPr/>
              </p:nvSpPr>
              <p:spPr bwMode="auto">
                <a:xfrm>
                  <a:off x="911225" y="3856689"/>
                  <a:ext cx="504056" cy="360040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  <a:headEnd type="none" w="med" len="med"/>
                  <a:tailEnd type="none" w="med" len="med"/>
                </a:ln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de-DE" sz="2400" b="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ＭＳ Ｐゴシック" charset="0"/>
                      <a:cs typeface="Arial" charset="0"/>
                    </a:rPr>
                    <a:t>X4</a:t>
                  </a:r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112" name="Ellipse 17">
                <a:extLst>
                  <a:ext uri="{FF2B5EF4-FFF2-40B4-BE49-F238E27FC236}">
                    <a16:creationId xmlns:a16="http://schemas.microsoft.com/office/drawing/2014/main" id="{D4E89E6F-29FC-B3D5-CA76-086E5FACA29E}"/>
                  </a:ext>
                </a:extLst>
              </p:cNvPr>
              <p:cNvSpPr/>
              <p:nvPr/>
            </p:nvSpPr>
            <p:spPr bwMode="auto">
              <a:xfrm>
                <a:off x="6212794" y="4274445"/>
                <a:ext cx="864096" cy="792088"/>
              </a:xfrm>
              <a:prstGeom prst="ellips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rPr>
                  <a:t>S1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cxnSp>
            <p:nvCxnSpPr>
              <p:cNvPr id="113" name="Gerade Verbindung mit Pfeil 19">
                <a:extLst>
                  <a:ext uri="{FF2B5EF4-FFF2-40B4-BE49-F238E27FC236}">
                    <a16:creationId xmlns:a16="http://schemas.microsoft.com/office/drawing/2014/main" id="{A6424EF4-D764-10C7-9C80-F570D7298E0C}"/>
                  </a:ext>
                </a:extLst>
              </p:cNvPr>
              <p:cNvCxnSpPr>
                <a:stCxn id="112" idx="2"/>
                <a:endCxn id="148" idx="3"/>
              </p:cNvCxnSpPr>
              <p:nvPr/>
            </p:nvCxnSpPr>
            <p:spPr bwMode="auto">
              <a:xfrm flipH="1" flipV="1">
                <a:off x="5541920" y="4381904"/>
                <a:ext cx="670874" cy="28858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5" name="Gerade Verbindung mit Pfeil 20">
                <a:extLst>
                  <a:ext uri="{FF2B5EF4-FFF2-40B4-BE49-F238E27FC236}">
                    <a16:creationId xmlns:a16="http://schemas.microsoft.com/office/drawing/2014/main" id="{00865ACA-98E5-B0E0-BD99-6D3C5812F5CD}"/>
                  </a:ext>
                </a:extLst>
              </p:cNvPr>
              <p:cNvCxnSpPr>
                <a:cxnSpLocks/>
                <a:stCxn id="112" idx="2"/>
                <a:endCxn id="149" idx="3"/>
              </p:cNvCxnSpPr>
              <p:nvPr/>
            </p:nvCxnSpPr>
            <p:spPr bwMode="auto">
              <a:xfrm flipH="1">
                <a:off x="5541920" y="4670489"/>
                <a:ext cx="670874" cy="32038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6" name="Gerade Verbindung mit Pfeil 23">
                <a:extLst>
                  <a:ext uri="{FF2B5EF4-FFF2-40B4-BE49-F238E27FC236}">
                    <a16:creationId xmlns:a16="http://schemas.microsoft.com/office/drawing/2014/main" id="{B3205F88-FCAB-7EC7-1F74-76C226366FF3}"/>
                  </a:ext>
                </a:extLst>
              </p:cNvPr>
              <p:cNvCxnSpPr>
                <a:cxnSpLocks/>
                <a:stCxn id="154" idx="2"/>
                <a:endCxn id="151" idx="3"/>
              </p:cNvCxnSpPr>
              <p:nvPr/>
            </p:nvCxnSpPr>
            <p:spPr bwMode="auto">
              <a:xfrm flipH="1" flipV="1">
                <a:off x="5541920" y="5599844"/>
                <a:ext cx="670874" cy="3032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8" name="Gerade Verbindung mit Pfeil 26">
                <a:extLst>
                  <a:ext uri="{FF2B5EF4-FFF2-40B4-BE49-F238E27FC236}">
                    <a16:creationId xmlns:a16="http://schemas.microsoft.com/office/drawing/2014/main" id="{5AF33B6C-E8CD-4092-C4A3-3A543B5BF10C}"/>
                  </a:ext>
                </a:extLst>
              </p:cNvPr>
              <p:cNvCxnSpPr>
                <a:cxnSpLocks/>
                <a:stCxn id="154" idx="2"/>
                <a:endCxn id="152" idx="3"/>
              </p:cNvCxnSpPr>
              <p:nvPr/>
            </p:nvCxnSpPr>
            <p:spPr bwMode="auto">
              <a:xfrm flipH="1">
                <a:off x="5541920" y="5903044"/>
                <a:ext cx="670874" cy="3057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19" name="Ellipse 31">
                <a:extLst>
                  <a:ext uri="{FF2B5EF4-FFF2-40B4-BE49-F238E27FC236}">
                    <a16:creationId xmlns:a16="http://schemas.microsoft.com/office/drawing/2014/main" id="{2B4E43AF-9192-5C1E-2EF9-D36400A72DC7}"/>
                  </a:ext>
                </a:extLst>
              </p:cNvPr>
              <p:cNvSpPr/>
              <p:nvPr/>
            </p:nvSpPr>
            <p:spPr bwMode="auto">
              <a:xfrm>
                <a:off x="4289945" y="4165904"/>
                <a:ext cx="432000" cy="432000"/>
              </a:xfrm>
              <a:prstGeom prst="ellips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rPr>
                  <a:t>e1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20" name="Ellipse 32">
                <a:extLst>
                  <a:ext uri="{FF2B5EF4-FFF2-40B4-BE49-F238E27FC236}">
                    <a16:creationId xmlns:a16="http://schemas.microsoft.com/office/drawing/2014/main" id="{B7DDA7E2-70E0-DB72-FC30-75217993C6D9}"/>
                  </a:ext>
                </a:extLst>
              </p:cNvPr>
              <p:cNvSpPr/>
              <p:nvPr/>
            </p:nvSpPr>
            <p:spPr bwMode="auto">
              <a:xfrm>
                <a:off x="4289945" y="4773254"/>
                <a:ext cx="432000" cy="432000"/>
              </a:xfrm>
              <a:prstGeom prst="ellips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rPr>
                  <a:t>e1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28" name="Ellipse 33">
                <a:extLst>
                  <a:ext uri="{FF2B5EF4-FFF2-40B4-BE49-F238E27FC236}">
                    <a16:creationId xmlns:a16="http://schemas.microsoft.com/office/drawing/2014/main" id="{3EBD88D9-A0BC-B8C3-AF6E-2901EB52900F}"/>
                  </a:ext>
                </a:extLst>
              </p:cNvPr>
              <p:cNvSpPr/>
              <p:nvPr/>
            </p:nvSpPr>
            <p:spPr bwMode="auto">
              <a:xfrm>
                <a:off x="4289945" y="5380604"/>
                <a:ext cx="432000" cy="432000"/>
              </a:xfrm>
              <a:prstGeom prst="ellips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rPr>
                  <a:t>e2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29" name="Ellipse 34">
                <a:extLst>
                  <a:ext uri="{FF2B5EF4-FFF2-40B4-BE49-F238E27FC236}">
                    <a16:creationId xmlns:a16="http://schemas.microsoft.com/office/drawing/2014/main" id="{56673EA2-C269-26AF-E547-90574E54B188}"/>
                  </a:ext>
                </a:extLst>
              </p:cNvPr>
              <p:cNvSpPr/>
              <p:nvPr/>
            </p:nvSpPr>
            <p:spPr bwMode="auto">
              <a:xfrm>
                <a:off x="4289945" y="5987954"/>
                <a:ext cx="432000" cy="432000"/>
              </a:xfrm>
              <a:prstGeom prst="ellips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rPr>
                  <a:t>e2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cxnSp>
            <p:nvCxnSpPr>
              <p:cNvPr id="131" name="Gerade Verbindung mit Pfeil 35">
                <a:extLst>
                  <a:ext uri="{FF2B5EF4-FFF2-40B4-BE49-F238E27FC236}">
                    <a16:creationId xmlns:a16="http://schemas.microsoft.com/office/drawing/2014/main" id="{732D1A45-C26C-B906-8288-643153B39DFF}"/>
                  </a:ext>
                </a:extLst>
              </p:cNvPr>
              <p:cNvCxnSpPr>
                <a:cxnSpLocks/>
                <a:stCxn id="119" idx="6"/>
                <a:endCxn id="148" idx="1"/>
              </p:cNvCxnSpPr>
              <p:nvPr/>
            </p:nvCxnSpPr>
            <p:spPr bwMode="auto">
              <a:xfrm>
                <a:off x="4721945" y="4381904"/>
                <a:ext cx="315919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2" name="Gerade Verbindung mit Pfeil 42">
                <a:extLst>
                  <a:ext uri="{FF2B5EF4-FFF2-40B4-BE49-F238E27FC236}">
                    <a16:creationId xmlns:a16="http://schemas.microsoft.com/office/drawing/2014/main" id="{0EB005E4-C05C-A4F5-DB61-6C4D3B5E7826}"/>
                  </a:ext>
                </a:extLst>
              </p:cNvPr>
              <p:cNvCxnSpPr>
                <a:cxnSpLocks/>
                <a:stCxn id="120" idx="6"/>
                <a:endCxn id="149" idx="1"/>
              </p:cNvCxnSpPr>
              <p:nvPr/>
            </p:nvCxnSpPr>
            <p:spPr bwMode="auto">
              <a:xfrm>
                <a:off x="4721945" y="4989254"/>
                <a:ext cx="315919" cy="162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4" name="Gerade Verbindung mit Pfeil 45">
                <a:extLst>
                  <a:ext uri="{FF2B5EF4-FFF2-40B4-BE49-F238E27FC236}">
                    <a16:creationId xmlns:a16="http://schemas.microsoft.com/office/drawing/2014/main" id="{C69AF894-9DA5-733C-EECD-0930147CF3C5}"/>
                  </a:ext>
                </a:extLst>
              </p:cNvPr>
              <p:cNvCxnSpPr>
                <a:cxnSpLocks/>
                <a:stCxn id="128" idx="6"/>
                <a:endCxn id="151" idx="1"/>
              </p:cNvCxnSpPr>
              <p:nvPr/>
            </p:nvCxnSpPr>
            <p:spPr bwMode="auto">
              <a:xfrm>
                <a:off x="4721945" y="5596604"/>
                <a:ext cx="315919" cy="324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5" name="Gerade Verbindung mit Pfeil 48">
                <a:extLst>
                  <a:ext uri="{FF2B5EF4-FFF2-40B4-BE49-F238E27FC236}">
                    <a16:creationId xmlns:a16="http://schemas.microsoft.com/office/drawing/2014/main" id="{D37C3AEC-D9AA-78B9-7B10-7815D7E1C568}"/>
                  </a:ext>
                </a:extLst>
              </p:cNvPr>
              <p:cNvCxnSpPr>
                <a:cxnSpLocks/>
                <a:stCxn id="129" idx="6"/>
                <a:endCxn id="152" idx="1"/>
              </p:cNvCxnSpPr>
              <p:nvPr/>
            </p:nvCxnSpPr>
            <p:spPr bwMode="auto">
              <a:xfrm>
                <a:off x="4721945" y="6203954"/>
                <a:ext cx="315919" cy="486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37" name="Textfeld 51">
                <a:extLst>
                  <a:ext uri="{FF2B5EF4-FFF2-40B4-BE49-F238E27FC236}">
                    <a16:creationId xmlns:a16="http://schemas.microsoft.com/office/drawing/2014/main" id="{43F93F6D-FED0-DE3A-9B1A-B2D7CF1C9FB0}"/>
                  </a:ext>
                </a:extLst>
              </p:cNvPr>
              <p:cNvSpPr txBox="1"/>
              <p:nvPr/>
            </p:nvSpPr>
            <p:spPr>
              <a:xfrm>
                <a:off x="5769243" y="4211122"/>
                <a:ext cx="285976" cy="3336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1</a:t>
                </a:r>
                <a:endParaRPr lang="en-US" dirty="0"/>
              </a:p>
            </p:txBody>
          </p:sp>
          <p:sp>
            <p:nvSpPr>
              <p:cNvPr id="138" name="Textfeld 52">
                <a:extLst>
                  <a:ext uri="{FF2B5EF4-FFF2-40B4-BE49-F238E27FC236}">
                    <a16:creationId xmlns:a16="http://schemas.microsoft.com/office/drawing/2014/main" id="{AC0AB960-D380-8C35-7CFD-1787AD607801}"/>
                  </a:ext>
                </a:extLst>
              </p:cNvPr>
              <p:cNvSpPr txBox="1"/>
              <p:nvPr/>
            </p:nvSpPr>
            <p:spPr>
              <a:xfrm>
                <a:off x="5767708" y="4823255"/>
                <a:ext cx="285976" cy="3336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1</a:t>
                </a:r>
                <a:endParaRPr lang="en-US" dirty="0"/>
              </a:p>
            </p:txBody>
          </p:sp>
          <p:sp>
            <p:nvSpPr>
              <p:cNvPr id="145" name="Textfeld 53">
                <a:extLst>
                  <a:ext uri="{FF2B5EF4-FFF2-40B4-BE49-F238E27FC236}">
                    <a16:creationId xmlns:a16="http://schemas.microsoft.com/office/drawing/2014/main" id="{DA16773D-C8E9-1A72-ED98-8E12729ADD7C}"/>
                  </a:ext>
                </a:extLst>
              </p:cNvPr>
              <p:cNvSpPr txBox="1"/>
              <p:nvPr/>
            </p:nvSpPr>
            <p:spPr>
              <a:xfrm>
                <a:off x="5774838" y="5460072"/>
                <a:ext cx="285976" cy="3336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1</a:t>
                </a:r>
                <a:endParaRPr lang="en-US" dirty="0"/>
              </a:p>
            </p:txBody>
          </p:sp>
          <p:sp>
            <p:nvSpPr>
              <p:cNvPr id="146" name="Textfeld 54">
                <a:extLst>
                  <a:ext uri="{FF2B5EF4-FFF2-40B4-BE49-F238E27FC236}">
                    <a16:creationId xmlns:a16="http://schemas.microsoft.com/office/drawing/2014/main" id="{32C00F1D-A8A5-F212-2EF6-41ACAAD05C00}"/>
                  </a:ext>
                </a:extLst>
              </p:cNvPr>
              <p:cNvSpPr txBox="1"/>
              <p:nvPr/>
            </p:nvSpPr>
            <p:spPr>
              <a:xfrm>
                <a:off x="5760000" y="6038354"/>
                <a:ext cx="285976" cy="3336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1</a:t>
                </a:r>
                <a:endParaRPr lang="en-US" dirty="0"/>
              </a:p>
            </p:txBody>
          </p:sp>
          <p:sp>
            <p:nvSpPr>
              <p:cNvPr id="154" name="Ellipse 17">
                <a:extLst>
                  <a:ext uri="{FF2B5EF4-FFF2-40B4-BE49-F238E27FC236}">
                    <a16:creationId xmlns:a16="http://schemas.microsoft.com/office/drawing/2014/main" id="{160CD70C-DF0F-4979-2375-DBDB855870A0}"/>
                  </a:ext>
                </a:extLst>
              </p:cNvPr>
              <p:cNvSpPr/>
              <p:nvPr/>
            </p:nvSpPr>
            <p:spPr bwMode="auto">
              <a:xfrm>
                <a:off x="6212794" y="5507000"/>
                <a:ext cx="864096" cy="792088"/>
              </a:xfrm>
              <a:prstGeom prst="ellips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rPr>
                  <a:t>S2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65" name="Ellipse 17">
                <a:extLst>
                  <a:ext uri="{FF2B5EF4-FFF2-40B4-BE49-F238E27FC236}">
                    <a16:creationId xmlns:a16="http://schemas.microsoft.com/office/drawing/2014/main" id="{3D24DBFF-0102-9C9E-2600-0E215ADDDF28}"/>
                  </a:ext>
                </a:extLst>
              </p:cNvPr>
              <p:cNvSpPr/>
              <p:nvPr/>
            </p:nvSpPr>
            <p:spPr bwMode="auto">
              <a:xfrm>
                <a:off x="7309710" y="4884043"/>
                <a:ext cx="864096" cy="792088"/>
              </a:xfrm>
              <a:prstGeom prst="ellips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rPr>
                  <a:t>T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cxnSp>
            <p:nvCxnSpPr>
              <p:cNvPr id="166" name="Gerade Verbindung mit Pfeil 19">
                <a:extLst>
                  <a:ext uri="{FF2B5EF4-FFF2-40B4-BE49-F238E27FC236}">
                    <a16:creationId xmlns:a16="http://schemas.microsoft.com/office/drawing/2014/main" id="{7EAB98F7-FF16-6239-A9F7-C9442A262264}"/>
                  </a:ext>
                </a:extLst>
              </p:cNvPr>
              <p:cNvCxnSpPr>
                <a:cxnSpLocks/>
                <a:stCxn id="165" idx="2"/>
                <a:endCxn id="112" idx="5"/>
              </p:cNvCxnSpPr>
              <p:nvPr/>
            </p:nvCxnSpPr>
            <p:spPr bwMode="auto">
              <a:xfrm flipH="1" flipV="1">
                <a:off x="6950346" y="4950534"/>
                <a:ext cx="359364" cy="32955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0" name="Gerade Verbindung mit Pfeil 19">
                <a:extLst>
                  <a:ext uri="{FF2B5EF4-FFF2-40B4-BE49-F238E27FC236}">
                    <a16:creationId xmlns:a16="http://schemas.microsoft.com/office/drawing/2014/main" id="{AA4DE216-2915-A1A5-C46B-AB01B5596A17}"/>
                  </a:ext>
                </a:extLst>
              </p:cNvPr>
              <p:cNvCxnSpPr>
                <a:cxnSpLocks/>
                <a:stCxn id="165" idx="2"/>
                <a:endCxn id="154" idx="7"/>
              </p:cNvCxnSpPr>
              <p:nvPr/>
            </p:nvCxnSpPr>
            <p:spPr bwMode="auto">
              <a:xfrm flipH="1">
                <a:off x="6950346" y="5280087"/>
                <a:ext cx="359364" cy="34291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75" name="Textfeld 54">
                <a:extLst>
                  <a:ext uri="{FF2B5EF4-FFF2-40B4-BE49-F238E27FC236}">
                    <a16:creationId xmlns:a16="http://schemas.microsoft.com/office/drawing/2014/main" id="{D7462874-56FC-6C87-1ACA-EDAF00C1AC68}"/>
                  </a:ext>
                </a:extLst>
              </p:cNvPr>
              <p:cNvSpPr txBox="1"/>
              <p:nvPr/>
            </p:nvSpPr>
            <p:spPr>
              <a:xfrm>
                <a:off x="7038705" y="4813037"/>
                <a:ext cx="285976" cy="3336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1</a:t>
                </a:r>
                <a:endParaRPr lang="en-US" dirty="0"/>
              </a:p>
            </p:txBody>
          </p:sp>
          <p:sp>
            <p:nvSpPr>
              <p:cNvPr id="176" name="Textfeld 54">
                <a:extLst>
                  <a:ext uri="{FF2B5EF4-FFF2-40B4-BE49-F238E27FC236}">
                    <a16:creationId xmlns:a16="http://schemas.microsoft.com/office/drawing/2014/main" id="{2BE0AC0F-2E33-1DCC-DCC7-DF406EC664F8}"/>
                  </a:ext>
                </a:extLst>
              </p:cNvPr>
              <p:cNvSpPr txBox="1"/>
              <p:nvPr/>
            </p:nvSpPr>
            <p:spPr>
              <a:xfrm>
                <a:off x="7023734" y="5471044"/>
                <a:ext cx="285976" cy="3336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1</a:t>
                </a:r>
                <a:endParaRPr lang="en-US" dirty="0"/>
              </a:p>
            </p:txBody>
          </p:sp>
          <p:sp>
            <p:nvSpPr>
              <p:cNvPr id="177" name="Ellipse 31">
                <a:extLst>
                  <a:ext uri="{FF2B5EF4-FFF2-40B4-BE49-F238E27FC236}">
                    <a16:creationId xmlns:a16="http://schemas.microsoft.com/office/drawing/2014/main" id="{6DE23248-0160-108A-6CB7-CF9189F03550}"/>
                  </a:ext>
                </a:extLst>
              </p:cNvPr>
              <p:cNvSpPr/>
              <p:nvPr/>
            </p:nvSpPr>
            <p:spPr bwMode="auto">
              <a:xfrm>
                <a:off x="6987331" y="3765928"/>
                <a:ext cx="581042" cy="589925"/>
              </a:xfrm>
              <a:prstGeom prst="ellips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de-DE" sz="2000" dirty="0">
                    <a:solidFill>
                      <a:schemeClr val="bg1"/>
                    </a:solidFill>
                    <a:latin typeface="Arial" charset="0"/>
                    <a:ea typeface="ＭＳ Ｐゴシック" charset="0"/>
                    <a:cs typeface="Arial" charset="0"/>
                  </a:rPr>
                  <a:t>SR</a:t>
                </a:r>
                <a:r>
                  <a:rPr kumimoji="0" lang="de-DE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cxnSp>
            <p:nvCxnSpPr>
              <p:cNvPr id="179" name="Gerade Verbindung mit Pfeil 19">
                <a:extLst>
                  <a:ext uri="{FF2B5EF4-FFF2-40B4-BE49-F238E27FC236}">
                    <a16:creationId xmlns:a16="http://schemas.microsoft.com/office/drawing/2014/main" id="{06DCAB26-1A68-88A7-1D74-18F2EFE8A8A2}"/>
                  </a:ext>
                </a:extLst>
              </p:cNvPr>
              <p:cNvCxnSpPr>
                <a:cxnSpLocks/>
                <a:stCxn id="177" idx="3"/>
                <a:endCxn id="112" idx="7"/>
              </p:cNvCxnSpPr>
              <p:nvPr/>
            </p:nvCxnSpPr>
            <p:spPr bwMode="auto">
              <a:xfrm flipH="1">
                <a:off x="6950346" y="4269460"/>
                <a:ext cx="122077" cy="12098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82" name="Gerade Verbindung mit Pfeil 19">
                <a:extLst>
                  <a:ext uri="{FF2B5EF4-FFF2-40B4-BE49-F238E27FC236}">
                    <a16:creationId xmlns:a16="http://schemas.microsoft.com/office/drawing/2014/main" id="{E69299D6-AC22-4457-F5B3-E1B5794E9E3F}"/>
                  </a:ext>
                </a:extLst>
              </p:cNvPr>
              <p:cNvCxnSpPr>
                <a:cxnSpLocks/>
                <a:stCxn id="178" idx="1"/>
                <a:endCxn id="154" idx="5"/>
              </p:cNvCxnSpPr>
              <p:nvPr/>
            </p:nvCxnSpPr>
            <p:spPr bwMode="auto">
              <a:xfrm flipH="1" flipV="1">
                <a:off x="6950346" y="6183089"/>
                <a:ext cx="122077" cy="11873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188" name="Textfeld 51">
            <a:extLst>
              <a:ext uri="{FF2B5EF4-FFF2-40B4-BE49-F238E27FC236}">
                <a16:creationId xmlns:a16="http://schemas.microsoft.com/office/drawing/2014/main" id="{1DB7F2B3-8351-5233-EBEB-B72EFB70921A}"/>
              </a:ext>
            </a:extLst>
          </p:cNvPr>
          <p:cNvSpPr txBox="1"/>
          <p:nvPr/>
        </p:nvSpPr>
        <p:spPr>
          <a:xfrm>
            <a:off x="4420906" y="3311774"/>
            <a:ext cx="847348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Model 3</a:t>
            </a:r>
            <a:endParaRPr lang="en-US" dirty="0"/>
          </a:p>
        </p:txBody>
      </p:sp>
      <p:sp>
        <p:nvSpPr>
          <p:cNvPr id="189" name="Textfeld 51">
            <a:extLst>
              <a:ext uri="{FF2B5EF4-FFF2-40B4-BE49-F238E27FC236}">
                <a16:creationId xmlns:a16="http://schemas.microsoft.com/office/drawing/2014/main" id="{1A6398F9-3EF2-D44E-DEED-C2565017AC99}"/>
              </a:ext>
            </a:extLst>
          </p:cNvPr>
          <p:cNvSpPr txBox="1"/>
          <p:nvPr/>
        </p:nvSpPr>
        <p:spPr>
          <a:xfrm>
            <a:off x="5930139" y="413355"/>
            <a:ext cx="847348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Model 1</a:t>
            </a:r>
            <a:endParaRPr lang="en-US" dirty="0"/>
          </a:p>
        </p:txBody>
      </p:sp>
      <p:sp>
        <p:nvSpPr>
          <p:cNvPr id="190" name="Textfeld 51">
            <a:extLst>
              <a:ext uri="{FF2B5EF4-FFF2-40B4-BE49-F238E27FC236}">
                <a16:creationId xmlns:a16="http://schemas.microsoft.com/office/drawing/2014/main" id="{47F1319E-5F7F-FF8D-0A24-02E73D534F8A}"/>
              </a:ext>
            </a:extLst>
          </p:cNvPr>
          <p:cNvSpPr txBox="1"/>
          <p:nvPr/>
        </p:nvSpPr>
        <p:spPr>
          <a:xfrm>
            <a:off x="9719976" y="1338260"/>
            <a:ext cx="847348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Model 2</a:t>
            </a:r>
            <a:endParaRPr lang="en-US" dirty="0"/>
          </a:p>
        </p:txBody>
      </p: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8D2F8F6D-26EB-5307-3359-F583941CA648}"/>
              </a:ext>
            </a:extLst>
          </p:cNvPr>
          <p:cNvGrpSpPr/>
          <p:nvPr/>
        </p:nvGrpSpPr>
        <p:grpSpPr>
          <a:xfrm>
            <a:off x="8157171" y="4029186"/>
            <a:ext cx="3280176" cy="2651911"/>
            <a:chOff x="237869" y="3936657"/>
            <a:chExt cx="3280176" cy="2651911"/>
          </a:xfrm>
        </p:grpSpPr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C4D22362-BCEF-6E50-2FCF-954280010C96}"/>
                </a:ext>
              </a:extLst>
            </p:cNvPr>
            <p:cNvGrpSpPr/>
            <p:nvPr/>
          </p:nvGrpSpPr>
          <p:grpSpPr>
            <a:xfrm>
              <a:off x="237869" y="3936657"/>
              <a:ext cx="2786945" cy="2254050"/>
              <a:chOff x="4289945" y="4165904"/>
              <a:chExt cx="2786945" cy="2254050"/>
            </a:xfrm>
          </p:grpSpPr>
          <p:grpSp>
            <p:nvGrpSpPr>
              <p:cNvPr id="192" name="Gruppieren 29">
                <a:extLst>
                  <a:ext uri="{FF2B5EF4-FFF2-40B4-BE49-F238E27FC236}">
                    <a16:creationId xmlns:a16="http://schemas.microsoft.com/office/drawing/2014/main" id="{9BD9E422-8258-7D5F-4379-16656A4E6C8C}"/>
                  </a:ext>
                </a:extLst>
              </p:cNvPr>
              <p:cNvGrpSpPr/>
              <p:nvPr/>
            </p:nvGrpSpPr>
            <p:grpSpPr>
              <a:xfrm>
                <a:off x="5037864" y="4201884"/>
                <a:ext cx="504056" cy="2186950"/>
                <a:chOff x="911225" y="2029779"/>
                <a:chExt cx="504056" cy="2186950"/>
              </a:xfrm>
            </p:grpSpPr>
            <p:sp>
              <p:nvSpPr>
                <p:cNvPr id="219" name="Rechteck 13">
                  <a:extLst>
                    <a:ext uri="{FF2B5EF4-FFF2-40B4-BE49-F238E27FC236}">
                      <a16:creationId xmlns:a16="http://schemas.microsoft.com/office/drawing/2014/main" id="{CDC30B72-BC51-7291-E267-5BD7545BFBCB}"/>
                    </a:ext>
                  </a:extLst>
                </p:cNvPr>
                <p:cNvSpPr/>
                <p:nvPr/>
              </p:nvSpPr>
              <p:spPr bwMode="auto">
                <a:xfrm>
                  <a:off x="911225" y="2029779"/>
                  <a:ext cx="504056" cy="360040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  <a:headEnd type="none" w="med" len="med"/>
                  <a:tailEnd type="none" w="med" len="med"/>
                </a:ln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de-DE" sz="2400" b="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ＭＳ Ｐゴシック" charset="0"/>
                      <a:cs typeface="Arial" charset="0"/>
                    </a:rPr>
                    <a:t>X1</a:t>
                  </a:r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220" name="Rechteck 14">
                  <a:extLst>
                    <a:ext uri="{FF2B5EF4-FFF2-40B4-BE49-F238E27FC236}">
                      <a16:creationId xmlns:a16="http://schemas.microsoft.com/office/drawing/2014/main" id="{64018116-FD17-38F1-E312-99B08796E79A}"/>
                    </a:ext>
                  </a:extLst>
                </p:cNvPr>
                <p:cNvSpPr/>
                <p:nvPr/>
              </p:nvSpPr>
              <p:spPr bwMode="auto">
                <a:xfrm>
                  <a:off x="911225" y="2638749"/>
                  <a:ext cx="504056" cy="360040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  <a:headEnd type="none" w="med" len="med"/>
                  <a:tailEnd type="none" w="med" len="med"/>
                </a:ln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de-DE" sz="2400" b="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ＭＳ Ｐゴシック" charset="0"/>
                      <a:cs typeface="Arial" charset="0"/>
                    </a:rPr>
                    <a:t>X2</a:t>
                  </a:r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221" name="Rechteck 15">
                  <a:extLst>
                    <a:ext uri="{FF2B5EF4-FFF2-40B4-BE49-F238E27FC236}">
                      <a16:creationId xmlns:a16="http://schemas.microsoft.com/office/drawing/2014/main" id="{118C4BA1-0F57-B3E5-67C7-6E2BF8987D5B}"/>
                    </a:ext>
                  </a:extLst>
                </p:cNvPr>
                <p:cNvSpPr/>
                <p:nvPr/>
              </p:nvSpPr>
              <p:spPr bwMode="auto">
                <a:xfrm>
                  <a:off x="911225" y="3247719"/>
                  <a:ext cx="504056" cy="360040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  <a:headEnd type="none" w="med" len="med"/>
                  <a:tailEnd type="none" w="med" len="med"/>
                </a:ln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de-DE" sz="2400" b="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ＭＳ Ｐゴシック" charset="0"/>
                      <a:cs typeface="Arial" charset="0"/>
                    </a:rPr>
                    <a:t>X3</a:t>
                  </a:r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222" name="Rechteck 16">
                  <a:extLst>
                    <a:ext uri="{FF2B5EF4-FFF2-40B4-BE49-F238E27FC236}">
                      <a16:creationId xmlns:a16="http://schemas.microsoft.com/office/drawing/2014/main" id="{6F7C9156-697F-65DE-A818-6C02632E883E}"/>
                    </a:ext>
                  </a:extLst>
                </p:cNvPr>
                <p:cNvSpPr/>
                <p:nvPr/>
              </p:nvSpPr>
              <p:spPr bwMode="auto">
                <a:xfrm>
                  <a:off x="911225" y="3856689"/>
                  <a:ext cx="504056" cy="360040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  <a:headEnd type="none" w="med" len="med"/>
                  <a:tailEnd type="none" w="med" len="med"/>
                </a:ln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de-DE" sz="2400" b="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ＭＳ Ｐゴシック" charset="0"/>
                      <a:cs typeface="Arial" charset="0"/>
                    </a:rPr>
                    <a:t>X4</a:t>
                  </a:r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193" name="Ellipse 17">
                <a:extLst>
                  <a:ext uri="{FF2B5EF4-FFF2-40B4-BE49-F238E27FC236}">
                    <a16:creationId xmlns:a16="http://schemas.microsoft.com/office/drawing/2014/main" id="{751F625C-30C8-BF59-77B2-7EC8D1EC5D50}"/>
                  </a:ext>
                </a:extLst>
              </p:cNvPr>
              <p:cNvSpPr/>
              <p:nvPr/>
            </p:nvSpPr>
            <p:spPr bwMode="auto">
              <a:xfrm>
                <a:off x="6212794" y="4274445"/>
                <a:ext cx="864096" cy="792088"/>
              </a:xfrm>
              <a:prstGeom prst="ellips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rPr>
                  <a:t>S1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cxnSp>
            <p:nvCxnSpPr>
              <p:cNvPr id="194" name="Gerade Verbindung mit Pfeil 19">
                <a:extLst>
                  <a:ext uri="{FF2B5EF4-FFF2-40B4-BE49-F238E27FC236}">
                    <a16:creationId xmlns:a16="http://schemas.microsoft.com/office/drawing/2014/main" id="{AC8C6F90-6A27-304A-96C3-971FC376FA74}"/>
                  </a:ext>
                </a:extLst>
              </p:cNvPr>
              <p:cNvCxnSpPr>
                <a:cxnSpLocks/>
                <a:stCxn id="193" idx="2"/>
                <a:endCxn id="219" idx="3"/>
              </p:cNvCxnSpPr>
              <p:nvPr/>
            </p:nvCxnSpPr>
            <p:spPr bwMode="auto">
              <a:xfrm flipH="1" flipV="1">
                <a:off x="5541920" y="4381904"/>
                <a:ext cx="670874" cy="28858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95" name="Gerade Verbindung mit Pfeil 20">
                <a:extLst>
                  <a:ext uri="{FF2B5EF4-FFF2-40B4-BE49-F238E27FC236}">
                    <a16:creationId xmlns:a16="http://schemas.microsoft.com/office/drawing/2014/main" id="{46D5A50C-F90F-2F62-CB60-CD99E44D1E15}"/>
                  </a:ext>
                </a:extLst>
              </p:cNvPr>
              <p:cNvCxnSpPr>
                <a:cxnSpLocks/>
                <a:stCxn id="193" idx="2"/>
                <a:endCxn id="220" idx="3"/>
              </p:cNvCxnSpPr>
              <p:nvPr/>
            </p:nvCxnSpPr>
            <p:spPr bwMode="auto">
              <a:xfrm flipH="1">
                <a:off x="5541920" y="4670489"/>
                <a:ext cx="670874" cy="32038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96" name="Gerade Verbindung mit Pfeil 23">
                <a:extLst>
                  <a:ext uri="{FF2B5EF4-FFF2-40B4-BE49-F238E27FC236}">
                    <a16:creationId xmlns:a16="http://schemas.microsoft.com/office/drawing/2014/main" id="{44B682B1-3793-7F4A-B878-B5307D0E528D}"/>
                  </a:ext>
                </a:extLst>
              </p:cNvPr>
              <p:cNvCxnSpPr>
                <a:cxnSpLocks/>
                <a:stCxn id="210" idx="2"/>
                <a:endCxn id="221" idx="3"/>
              </p:cNvCxnSpPr>
              <p:nvPr/>
            </p:nvCxnSpPr>
            <p:spPr bwMode="auto">
              <a:xfrm flipH="1" flipV="1">
                <a:off x="5541920" y="5599844"/>
                <a:ext cx="670874" cy="3032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97" name="Gerade Verbindung mit Pfeil 26">
                <a:extLst>
                  <a:ext uri="{FF2B5EF4-FFF2-40B4-BE49-F238E27FC236}">
                    <a16:creationId xmlns:a16="http://schemas.microsoft.com/office/drawing/2014/main" id="{B727FD52-82BB-B1B5-3B5F-719B6270762D}"/>
                  </a:ext>
                </a:extLst>
              </p:cNvPr>
              <p:cNvCxnSpPr>
                <a:cxnSpLocks/>
                <a:stCxn id="210" idx="2"/>
                <a:endCxn id="222" idx="3"/>
              </p:cNvCxnSpPr>
              <p:nvPr/>
            </p:nvCxnSpPr>
            <p:spPr bwMode="auto">
              <a:xfrm flipH="1">
                <a:off x="5541920" y="5903044"/>
                <a:ext cx="670874" cy="3057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98" name="Ellipse 31">
                <a:extLst>
                  <a:ext uri="{FF2B5EF4-FFF2-40B4-BE49-F238E27FC236}">
                    <a16:creationId xmlns:a16="http://schemas.microsoft.com/office/drawing/2014/main" id="{5F038D29-8014-29FB-18D2-988078BD88DB}"/>
                  </a:ext>
                </a:extLst>
              </p:cNvPr>
              <p:cNvSpPr/>
              <p:nvPr/>
            </p:nvSpPr>
            <p:spPr bwMode="auto">
              <a:xfrm>
                <a:off x="4289945" y="4165904"/>
                <a:ext cx="432000" cy="432000"/>
              </a:xfrm>
              <a:prstGeom prst="ellips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rPr>
                  <a:t>e1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9" name="Ellipse 32">
                <a:extLst>
                  <a:ext uri="{FF2B5EF4-FFF2-40B4-BE49-F238E27FC236}">
                    <a16:creationId xmlns:a16="http://schemas.microsoft.com/office/drawing/2014/main" id="{D78EAEA8-AC11-7026-1F24-D98C55867F2A}"/>
                  </a:ext>
                </a:extLst>
              </p:cNvPr>
              <p:cNvSpPr/>
              <p:nvPr/>
            </p:nvSpPr>
            <p:spPr bwMode="auto">
              <a:xfrm>
                <a:off x="4289945" y="4773254"/>
                <a:ext cx="432000" cy="432000"/>
              </a:xfrm>
              <a:prstGeom prst="ellips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rPr>
                  <a:t>e1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00" name="Ellipse 33">
                <a:extLst>
                  <a:ext uri="{FF2B5EF4-FFF2-40B4-BE49-F238E27FC236}">
                    <a16:creationId xmlns:a16="http://schemas.microsoft.com/office/drawing/2014/main" id="{FF08EF82-35D3-7D3B-2C96-F34F33C74E43}"/>
                  </a:ext>
                </a:extLst>
              </p:cNvPr>
              <p:cNvSpPr/>
              <p:nvPr/>
            </p:nvSpPr>
            <p:spPr bwMode="auto">
              <a:xfrm>
                <a:off x="4289945" y="5380604"/>
                <a:ext cx="432000" cy="432000"/>
              </a:xfrm>
              <a:prstGeom prst="ellips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rPr>
                  <a:t>e2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01" name="Ellipse 34">
                <a:extLst>
                  <a:ext uri="{FF2B5EF4-FFF2-40B4-BE49-F238E27FC236}">
                    <a16:creationId xmlns:a16="http://schemas.microsoft.com/office/drawing/2014/main" id="{30646284-7DE2-8A8E-7EBC-FBD4ABDBB9F0}"/>
                  </a:ext>
                </a:extLst>
              </p:cNvPr>
              <p:cNvSpPr/>
              <p:nvPr/>
            </p:nvSpPr>
            <p:spPr bwMode="auto">
              <a:xfrm>
                <a:off x="4289945" y="5987954"/>
                <a:ext cx="432000" cy="432000"/>
              </a:xfrm>
              <a:prstGeom prst="ellips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rPr>
                  <a:t>e2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cxnSp>
            <p:nvCxnSpPr>
              <p:cNvPr id="202" name="Gerade Verbindung mit Pfeil 35">
                <a:extLst>
                  <a:ext uri="{FF2B5EF4-FFF2-40B4-BE49-F238E27FC236}">
                    <a16:creationId xmlns:a16="http://schemas.microsoft.com/office/drawing/2014/main" id="{71D4AD29-120E-5530-850A-4B5308AC7B84}"/>
                  </a:ext>
                </a:extLst>
              </p:cNvPr>
              <p:cNvCxnSpPr>
                <a:cxnSpLocks/>
                <a:stCxn id="198" idx="6"/>
                <a:endCxn id="219" idx="1"/>
              </p:cNvCxnSpPr>
              <p:nvPr/>
            </p:nvCxnSpPr>
            <p:spPr bwMode="auto">
              <a:xfrm>
                <a:off x="4721945" y="4381904"/>
                <a:ext cx="315919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3" name="Gerade Verbindung mit Pfeil 42">
                <a:extLst>
                  <a:ext uri="{FF2B5EF4-FFF2-40B4-BE49-F238E27FC236}">
                    <a16:creationId xmlns:a16="http://schemas.microsoft.com/office/drawing/2014/main" id="{8C4E99C1-C543-1B22-B6C7-7A82EDD4AF58}"/>
                  </a:ext>
                </a:extLst>
              </p:cNvPr>
              <p:cNvCxnSpPr>
                <a:cxnSpLocks/>
                <a:stCxn id="199" idx="6"/>
                <a:endCxn id="220" idx="1"/>
              </p:cNvCxnSpPr>
              <p:nvPr/>
            </p:nvCxnSpPr>
            <p:spPr bwMode="auto">
              <a:xfrm>
                <a:off x="4721945" y="4989254"/>
                <a:ext cx="315919" cy="162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4" name="Gerade Verbindung mit Pfeil 45">
                <a:extLst>
                  <a:ext uri="{FF2B5EF4-FFF2-40B4-BE49-F238E27FC236}">
                    <a16:creationId xmlns:a16="http://schemas.microsoft.com/office/drawing/2014/main" id="{E04CC142-B7E2-18E0-9D2B-1FDA7A29F9BC}"/>
                  </a:ext>
                </a:extLst>
              </p:cNvPr>
              <p:cNvCxnSpPr>
                <a:cxnSpLocks/>
                <a:stCxn id="200" idx="6"/>
                <a:endCxn id="221" idx="1"/>
              </p:cNvCxnSpPr>
              <p:nvPr/>
            </p:nvCxnSpPr>
            <p:spPr bwMode="auto">
              <a:xfrm>
                <a:off x="4721945" y="5596604"/>
                <a:ext cx="315919" cy="324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5" name="Gerade Verbindung mit Pfeil 48">
                <a:extLst>
                  <a:ext uri="{FF2B5EF4-FFF2-40B4-BE49-F238E27FC236}">
                    <a16:creationId xmlns:a16="http://schemas.microsoft.com/office/drawing/2014/main" id="{0A4C270E-ECFE-FB29-7B2E-078EDF0A53B4}"/>
                  </a:ext>
                </a:extLst>
              </p:cNvPr>
              <p:cNvCxnSpPr>
                <a:cxnSpLocks/>
                <a:stCxn id="201" idx="6"/>
                <a:endCxn id="222" idx="1"/>
              </p:cNvCxnSpPr>
              <p:nvPr/>
            </p:nvCxnSpPr>
            <p:spPr bwMode="auto">
              <a:xfrm>
                <a:off x="4721945" y="6203954"/>
                <a:ext cx="315919" cy="486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06" name="Textfeld 51">
                <a:extLst>
                  <a:ext uri="{FF2B5EF4-FFF2-40B4-BE49-F238E27FC236}">
                    <a16:creationId xmlns:a16="http://schemas.microsoft.com/office/drawing/2014/main" id="{7128E491-B405-CCED-B0D8-C7E99491F63C}"/>
                  </a:ext>
                </a:extLst>
              </p:cNvPr>
              <p:cNvSpPr txBox="1"/>
              <p:nvPr/>
            </p:nvSpPr>
            <p:spPr>
              <a:xfrm>
                <a:off x="5769243" y="4211122"/>
                <a:ext cx="285976" cy="3336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1</a:t>
                </a:r>
                <a:endParaRPr lang="en-US" dirty="0"/>
              </a:p>
            </p:txBody>
          </p:sp>
          <p:sp>
            <p:nvSpPr>
              <p:cNvPr id="207" name="Textfeld 52">
                <a:extLst>
                  <a:ext uri="{FF2B5EF4-FFF2-40B4-BE49-F238E27FC236}">
                    <a16:creationId xmlns:a16="http://schemas.microsoft.com/office/drawing/2014/main" id="{F2A9160C-578D-1DD8-9C59-3C05E1EAE97D}"/>
                  </a:ext>
                </a:extLst>
              </p:cNvPr>
              <p:cNvSpPr txBox="1"/>
              <p:nvPr/>
            </p:nvSpPr>
            <p:spPr>
              <a:xfrm>
                <a:off x="5767708" y="4823255"/>
                <a:ext cx="285976" cy="3336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1</a:t>
                </a:r>
                <a:endParaRPr lang="en-US" dirty="0"/>
              </a:p>
            </p:txBody>
          </p:sp>
          <p:sp>
            <p:nvSpPr>
              <p:cNvPr id="208" name="Textfeld 53">
                <a:extLst>
                  <a:ext uri="{FF2B5EF4-FFF2-40B4-BE49-F238E27FC236}">
                    <a16:creationId xmlns:a16="http://schemas.microsoft.com/office/drawing/2014/main" id="{C6336F90-584E-8746-D8E8-97A8D1A649AF}"/>
                  </a:ext>
                </a:extLst>
              </p:cNvPr>
              <p:cNvSpPr txBox="1"/>
              <p:nvPr/>
            </p:nvSpPr>
            <p:spPr>
              <a:xfrm>
                <a:off x="5774838" y="5460072"/>
                <a:ext cx="285976" cy="3336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1</a:t>
                </a:r>
                <a:endParaRPr lang="en-US" dirty="0"/>
              </a:p>
            </p:txBody>
          </p:sp>
          <p:sp>
            <p:nvSpPr>
              <p:cNvPr id="209" name="Textfeld 54">
                <a:extLst>
                  <a:ext uri="{FF2B5EF4-FFF2-40B4-BE49-F238E27FC236}">
                    <a16:creationId xmlns:a16="http://schemas.microsoft.com/office/drawing/2014/main" id="{77913620-45A4-E7CD-7DCB-000577135C11}"/>
                  </a:ext>
                </a:extLst>
              </p:cNvPr>
              <p:cNvSpPr txBox="1"/>
              <p:nvPr/>
            </p:nvSpPr>
            <p:spPr>
              <a:xfrm>
                <a:off x="5760000" y="6038354"/>
                <a:ext cx="285976" cy="3336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1</a:t>
                </a:r>
                <a:endParaRPr lang="en-US" dirty="0"/>
              </a:p>
            </p:txBody>
          </p:sp>
          <p:sp>
            <p:nvSpPr>
              <p:cNvPr id="210" name="Ellipse 17">
                <a:extLst>
                  <a:ext uri="{FF2B5EF4-FFF2-40B4-BE49-F238E27FC236}">
                    <a16:creationId xmlns:a16="http://schemas.microsoft.com/office/drawing/2014/main" id="{31C56D9A-E463-9105-2255-DC894E930EEF}"/>
                  </a:ext>
                </a:extLst>
              </p:cNvPr>
              <p:cNvSpPr/>
              <p:nvPr/>
            </p:nvSpPr>
            <p:spPr bwMode="auto">
              <a:xfrm>
                <a:off x="6212794" y="5507000"/>
                <a:ext cx="864096" cy="792088"/>
              </a:xfrm>
              <a:prstGeom prst="ellipse">
                <a:avLst/>
              </a:prstGeom>
              <a:ln>
                <a:solidFill>
                  <a:schemeClr val="accent1"/>
                </a:solidFill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sz="24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ＭＳ Ｐゴシック" charset="0"/>
                    <a:cs typeface="Arial" charset="0"/>
                  </a:rPr>
                  <a:t>S2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cxnSp>
            <p:nvCxnSpPr>
              <p:cNvPr id="212" name="Gerade Verbindung mit Pfeil 19">
                <a:extLst>
                  <a:ext uri="{FF2B5EF4-FFF2-40B4-BE49-F238E27FC236}">
                    <a16:creationId xmlns:a16="http://schemas.microsoft.com/office/drawing/2014/main" id="{67452889-AB17-F2F0-822E-E6C85EA394FC}"/>
                  </a:ext>
                </a:extLst>
              </p:cNvPr>
              <p:cNvCxnSpPr>
                <a:cxnSpLocks/>
                <a:stCxn id="193" idx="4"/>
                <a:endCxn id="210" idx="0"/>
              </p:cNvCxnSpPr>
              <p:nvPr/>
            </p:nvCxnSpPr>
            <p:spPr bwMode="auto">
              <a:xfrm>
                <a:off x="6644842" y="5066533"/>
                <a:ext cx="0" cy="440467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257" name="Ellipse 31">
              <a:extLst>
                <a:ext uri="{FF2B5EF4-FFF2-40B4-BE49-F238E27FC236}">
                  <a16:creationId xmlns:a16="http://schemas.microsoft.com/office/drawing/2014/main" id="{D53ABBCF-99A1-5F62-EE69-3FEC6E4A5794}"/>
                </a:ext>
              </a:extLst>
            </p:cNvPr>
            <p:cNvSpPr/>
            <p:nvPr/>
          </p:nvSpPr>
          <p:spPr bwMode="auto">
            <a:xfrm>
              <a:off x="2937003" y="5998643"/>
              <a:ext cx="581042" cy="589925"/>
            </a:xfrm>
            <a:prstGeom prst="ellipse">
              <a:avLst/>
            </a:prstGeom>
            <a:ln>
              <a:solidFill>
                <a:schemeClr val="accent1"/>
              </a:solidFill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de-DE" sz="2000" dirty="0">
                  <a:solidFill>
                    <a:schemeClr val="bg1"/>
                  </a:solidFill>
                  <a:latin typeface="Arial" charset="0"/>
                  <a:ea typeface="ＭＳ Ｐゴシック" charset="0"/>
                  <a:cs typeface="Arial" charset="0"/>
                </a:rPr>
                <a:t>SR2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cxnSp>
          <p:nvCxnSpPr>
            <p:cNvPr id="258" name="Gerade Verbindung mit Pfeil 19">
              <a:extLst>
                <a:ext uri="{FF2B5EF4-FFF2-40B4-BE49-F238E27FC236}">
                  <a16:creationId xmlns:a16="http://schemas.microsoft.com/office/drawing/2014/main" id="{EB829D87-D0B1-7DDB-610F-239EB44F233C}"/>
                </a:ext>
              </a:extLst>
            </p:cNvPr>
            <p:cNvCxnSpPr>
              <a:cxnSpLocks/>
              <a:stCxn id="257" idx="1"/>
              <a:endCxn id="210" idx="5"/>
            </p:cNvCxnSpPr>
            <p:nvPr/>
          </p:nvCxnSpPr>
          <p:spPr bwMode="auto">
            <a:xfrm flipH="1" flipV="1">
              <a:off x="2898270" y="5953842"/>
              <a:ext cx="123825" cy="1311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62" name="Textfeld 51">
            <a:extLst>
              <a:ext uri="{FF2B5EF4-FFF2-40B4-BE49-F238E27FC236}">
                <a16:creationId xmlns:a16="http://schemas.microsoft.com/office/drawing/2014/main" id="{092A153A-9634-0DA9-AA28-1FD899AAA446}"/>
              </a:ext>
            </a:extLst>
          </p:cNvPr>
          <p:cNvSpPr txBox="1"/>
          <p:nvPr/>
        </p:nvSpPr>
        <p:spPr>
          <a:xfrm>
            <a:off x="9439647" y="3719890"/>
            <a:ext cx="847348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Model 4</a:t>
            </a:r>
            <a:endParaRPr lang="en-US" dirty="0"/>
          </a:p>
        </p:txBody>
      </p:sp>
      <p:sp>
        <p:nvSpPr>
          <p:cNvPr id="4" name="Textfeld 52">
            <a:extLst>
              <a:ext uri="{FF2B5EF4-FFF2-40B4-BE49-F238E27FC236}">
                <a16:creationId xmlns:a16="http://schemas.microsoft.com/office/drawing/2014/main" id="{B75918EF-E384-D4DA-DBA2-E36B42FC2548}"/>
              </a:ext>
            </a:extLst>
          </p:cNvPr>
          <p:cNvSpPr txBox="1"/>
          <p:nvPr/>
        </p:nvSpPr>
        <p:spPr>
          <a:xfrm>
            <a:off x="10504098" y="4986013"/>
            <a:ext cx="437299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0.8</a:t>
            </a:r>
            <a:endParaRPr lang="en-US" dirty="0"/>
          </a:p>
        </p:txBody>
      </p:sp>
      <p:sp>
        <p:nvSpPr>
          <p:cNvPr id="5" name="Textfeld 52">
            <a:extLst>
              <a:ext uri="{FF2B5EF4-FFF2-40B4-BE49-F238E27FC236}">
                <a16:creationId xmlns:a16="http://schemas.microsoft.com/office/drawing/2014/main" id="{45903B76-41DD-7420-D38D-9F804FE431AF}"/>
              </a:ext>
            </a:extLst>
          </p:cNvPr>
          <p:cNvSpPr txBox="1"/>
          <p:nvPr/>
        </p:nvSpPr>
        <p:spPr>
          <a:xfrm>
            <a:off x="11257430" y="5837306"/>
            <a:ext cx="538609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0.35</a:t>
            </a:r>
            <a:endParaRPr lang="en-US" dirty="0"/>
          </a:p>
        </p:txBody>
      </p:sp>
      <p:sp>
        <p:nvSpPr>
          <p:cNvPr id="7" name="Textfeld 52">
            <a:extLst>
              <a:ext uri="{FF2B5EF4-FFF2-40B4-BE49-F238E27FC236}">
                <a16:creationId xmlns:a16="http://schemas.microsoft.com/office/drawing/2014/main" id="{C603267B-826A-6AC7-2FF1-294FACF6A508}"/>
              </a:ext>
            </a:extLst>
          </p:cNvPr>
          <p:cNvSpPr txBox="1"/>
          <p:nvPr/>
        </p:nvSpPr>
        <p:spPr>
          <a:xfrm>
            <a:off x="6494101" y="3200117"/>
            <a:ext cx="538609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0.25</a:t>
            </a:r>
            <a:endParaRPr lang="en-US" dirty="0"/>
          </a:p>
        </p:txBody>
      </p:sp>
      <p:sp>
        <p:nvSpPr>
          <p:cNvPr id="9" name="Textfeld 52">
            <a:extLst>
              <a:ext uri="{FF2B5EF4-FFF2-40B4-BE49-F238E27FC236}">
                <a16:creationId xmlns:a16="http://schemas.microsoft.com/office/drawing/2014/main" id="{A100E84F-FD7D-BA76-53D5-3AC3BD4158B3}"/>
              </a:ext>
            </a:extLst>
          </p:cNvPr>
          <p:cNvSpPr txBox="1"/>
          <p:nvPr/>
        </p:nvSpPr>
        <p:spPr>
          <a:xfrm>
            <a:off x="6468080" y="5632244"/>
            <a:ext cx="538609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0.25</a:t>
            </a:r>
            <a:endParaRPr lang="en-US" dirty="0"/>
          </a:p>
        </p:txBody>
      </p:sp>
      <p:sp>
        <p:nvSpPr>
          <p:cNvPr id="10" name="Textfeld 52">
            <a:extLst>
              <a:ext uri="{FF2B5EF4-FFF2-40B4-BE49-F238E27FC236}">
                <a16:creationId xmlns:a16="http://schemas.microsoft.com/office/drawing/2014/main" id="{703494C3-4AD9-F131-B54B-CB043BCA4F3D}"/>
              </a:ext>
            </a:extLst>
          </p:cNvPr>
          <p:cNvSpPr txBox="1"/>
          <p:nvPr/>
        </p:nvSpPr>
        <p:spPr>
          <a:xfrm>
            <a:off x="7093128" y="4291969"/>
            <a:ext cx="28597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182F47-63F1-626E-9C17-753B36CA6BB5}"/>
              </a:ext>
            </a:extLst>
          </p:cNvPr>
          <p:cNvSpPr txBox="1"/>
          <p:nvPr/>
        </p:nvSpPr>
        <p:spPr>
          <a:xfrm>
            <a:off x="273600" y="2742939"/>
            <a:ext cx="2601820" cy="51462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# implied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cov.structure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fitted(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(model))</a:t>
            </a:r>
          </a:p>
        </p:txBody>
      </p:sp>
      <p:sp>
        <p:nvSpPr>
          <p:cNvPr id="14" name="Textfeld 52">
            <a:extLst>
              <a:ext uri="{FF2B5EF4-FFF2-40B4-BE49-F238E27FC236}">
                <a16:creationId xmlns:a16="http://schemas.microsoft.com/office/drawing/2014/main" id="{AA2CCE27-2D23-E9E6-1450-6B7B8161F464}"/>
              </a:ext>
            </a:extLst>
          </p:cNvPr>
          <p:cNvSpPr txBox="1"/>
          <p:nvPr/>
        </p:nvSpPr>
        <p:spPr>
          <a:xfrm>
            <a:off x="3143672" y="3639976"/>
            <a:ext cx="28597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  <a:endParaRPr lang="en-US" dirty="0"/>
          </a:p>
        </p:txBody>
      </p:sp>
      <p:sp>
        <p:nvSpPr>
          <p:cNvPr id="15" name="Textfeld 52">
            <a:extLst>
              <a:ext uri="{FF2B5EF4-FFF2-40B4-BE49-F238E27FC236}">
                <a16:creationId xmlns:a16="http://schemas.microsoft.com/office/drawing/2014/main" id="{54EB5DE0-31B5-F4D4-B3E9-1DD80133867C}"/>
              </a:ext>
            </a:extLst>
          </p:cNvPr>
          <p:cNvSpPr txBox="1"/>
          <p:nvPr/>
        </p:nvSpPr>
        <p:spPr>
          <a:xfrm>
            <a:off x="3143533" y="4291968"/>
            <a:ext cx="28597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  <a:endParaRPr lang="en-US" dirty="0"/>
          </a:p>
        </p:txBody>
      </p:sp>
      <p:sp>
        <p:nvSpPr>
          <p:cNvPr id="16" name="Textfeld 52">
            <a:extLst>
              <a:ext uri="{FF2B5EF4-FFF2-40B4-BE49-F238E27FC236}">
                <a16:creationId xmlns:a16="http://schemas.microsoft.com/office/drawing/2014/main" id="{3AF4BA91-FE5E-61A2-6AE8-96D9C034B5B7}"/>
              </a:ext>
            </a:extLst>
          </p:cNvPr>
          <p:cNvSpPr txBox="1"/>
          <p:nvPr/>
        </p:nvSpPr>
        <p:spPr>
          <a:xfrm>
            <a:off x="2992211" y="4849327"/>
            <a:ext cx="437298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1.2</a:t>
            </a:r>
            <a:endParaRPr lang="en-US" dirty="0"/>
          </a:p>
        </p:txBody>
      </p:sp>
      <p:sp>
        <p:nvSpPr>
          <p:cNvPr id="22" name="Textfeld 52">
            <a:extLst>
              <a:ext uri="{FF2B5EF4-FFF2-40B4-BE49-F238E27FC236}">
                <a16:creationId xmlns:a16="http://schemas.microsoft.com/office/drawing/2014/main" id="{67974F26-DCF1-5135-59D1-603F9A8B75D4}"/>
              </a:ext>
            </a:extLst>
          </p:cNvPr>
          <p:cNvSpPr txBox="1"/>
          <p:nvPr/>
        </p:nvSpPr>
        <p:spPr>
          <a:xfrm>
            <a:off x="3008256" y="5406686"/>
            <a:ext cx="437298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1.2</a:t>
            </a:r>
            <a:endParaRPr lang="en-US" dirty="0"/>
          </a:p>
        </p:txBody>
      </p:sp>
      <p:sp>
        <p:nvSpPr>
          <p:cNvPr id="23" name="Textfeld 52">
            <a:extLst>
              <a:ext uri="{FF2B5EF4-FFF2-40B4-BE49-F238E27FC236}">
                <a16:creationId xmlns:a16="http://schemas.microsoft.com/office/drawing/2014/main" id="{AEF144AF-BF2C-3A87-6DB1-6A29EEB7EEC1}"/>
              </a:ext>
            </a:extLst>
          </p:cNvPr>
          <p:cNvSpPr txBox="1"/>
          <p:nvPr/>
        </p:nvSpPr>
        <p:spPr>
          <a:xfrm>
            <a:off x="7926999" y="3906409"/>
            <a:ext cx="28597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  <a:endParaRPr lang="en-US" dirty="0"/>
          </a:p>
        </p:txBody>
      </p:sp>
      <p:sp>
        <p:nvSpPr>
          <p:cNvPr id="40" name="Textfeld 52">
            <a:extLst>
              <a:ext uri="{FF2B5EF4-FFF2-40B4-BE49-F238E27FC236}">
                <a16:creationId xmlns:a16="http://schemas.microsoft.com/office/drawing/2014/main" id="{E810137D-78C7-3603-3441-AA4B53B3EB28}"/>
              </a:ext>
            </a:extLst>
          </p:cNvPr>
          <p:cNvSpPr txBox="1"/>
          <p:nvPr/>
        </p:nvSpPr>
        <p:spPr>
          <a:xfrm>
            <a:off x="7926999" y="4515710"/>
            <a:ext cx="28597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  <a:endParaRPr lang="en-US" dirty="0"/>
          </a:p>
        </p:txBody>
      </p:sp>
      <p:sp>
        <p:nvSpPr>
          <p:cNvPr id="41" name="Textfeld 52">
            <a:extLst>
              <a:ext uri="{FF2B5EF4-FFF2-40B4-BE49-F238E27FC236}">
                <a16:creationId xmlns:a16="http://schemas.microsoft.com/office/drawing/2014/main" id="{52D9BF2B-5345-CD69-AA48-26C0BF9CA634}"/>
              </a:ext>
            </a:extLst>
          </p:cNvPr>
          <p:cNvSpPr txBox="1"/>
          <p:nvPr/>
        </p:nvSpPr>
        <p:spPr>
          <a:xfrm>
            <a:off x="7786250" y="5110146"/>
            <a:ext cx="437298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1.2</a:t>
            </a:r>
            <a:endParaRPr lang="en-US" dirty="0"/>
          </a:p>
        </p:txBody>
      </p:sp>
      <p:sp>
        <p:nvSpPr>
          <p:cNvPr id="42" name="Textfeld 52">
            <a:extLst>
              <a:ext uri="{FF2B5EF4-FFF2-40B4-BE49-F238E27FC236}">
                <a16:creationId xmlns:a16="http://schemas.microsoft.com/office/drawing/2014/main" id="{7C60FD50-690F-D8C1-CC0F-0696B69E57E5}"/>
              </a:ext>
            </a:extLst>
          </p:cNvPr>
          <p:cNvSpPr txBox="1"/>
          <p:nvPr/>
        </p:nvSpPr>
        <p:spPr>
          <a:xfrm>
            <a:off x="7786250" y="5704582"/>
            <a:ext cx="437298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1.2</a:t>
            </a:r>
            <a:endParaRPr lang="en-US" dirty="0"/>
          </a:p>
        </p:txBody>
      </p:sp>
      <p:sp>
        <p:nvSpPr>
          <p:cNvPr id="43" name="Textfeld 51">
            <a:extLst>
              <a:ext uri="{FF2B5EF4-FFF2-40B4-BE49-F238E27FC236}">
                <a16:creationId xmlns:a16="http://schemas.microsoft.com/office/drawing/2014/main" id="{8AD7D96B-D509-EA3A-2EB9-A9D046BD3DDF}"/>
              </a:ext>
            </a:extLst>
          </p:cNvPr>
          <p:cNvSpPr txBox="1"/>
          <p:nvPr/>
        </p:nvSpPr>
        <p:spPr>
          <a:xfrm>
            <a:off x="7343246" y="1159022"/>
            <a:ext cx="285976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</a:t>
            </a:r>
            <a:endParaRPr lang="en-US" dirty="0"/>
          </a:p>
        </p:txBody>
      </p:sp>
      <p:sp>
        <p:nvSpPr>
          <p:cNvPr id="46" name="Textfeld 51">
            <a:extLst>
              <a:ext uri="{FF2B5EF4-FFF2-40B4-BE49-F238E27FC236}">
                <a16:creationId xmlns:a16="http://schemas.microsoft.com/office/drawing/2014/main" id="{0787CBFB-86B8-C726-9C23-4FC395095A12}"/>
              </a:ext>
            </a:extLst>
          </p:cNvPr>
          <p:cNvSpPr txBox="1"/>
          <p:nvPr/>
        </p:nvSpPr>
        <p:spPr>
          <a:xfrm>
            <a:off x="7340759" y="1729338"/>
            <a:ext cx="285976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</a:t>
            </a:r>
            <a:endParaRPr lang="en-US" dirty="0"/>
          </a:p>
        </p:txBody>
      </p:sp>
      <p:sp>
        <p:nvSpPr>
          <p:cNvPr id="49" name="Textfeld 51">
            <a:extLst>
              <a:ext uri="{FF2B5EF4-FFF2-40B4-BE49-F238E27FC236}">
                <a16:creationId xmlns:a16="http://schemas.microsoft.com/office/drawing/2014/main" id="{40EA84B9-4B92-C4E0-B5FD-DB11F8DD492B}"/>
              </a:ext>
            </a:extLst>
          </p:cNvPr>
          <p:cNvSpPr txBox="1"/>
          <p:nvPr/>
        </p:nvSpPr>
        <p:spPr>
          <a:xfrm>
            <a:off x="7327896" y="2373093"/>
            <a:ext cx="285976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</a:t>
            </a:r>
            <a:endParaRPr lang="en-US" dirty="0"/>
          </a:p>
        </p:txBody>
      </p:sp>
      <p:sp>
        <p:nvSpPr>
          <p:cNvPr id="54" name="Textfeld 51">
            <a:extLst>
              <a:ext uri="{FF2B5EF4-FFF2-40B4-BE49-F238E27FC236}">
                <a16:creationId xmlns:a16="http://schemas.microsoft.com/office/drawing/2014/main" id="{B8872E08-F5B0-376C-F0C6-2DC9CF7C3553}"/>
              </a:ext>
            </a:extLst>
          </p:cNvPr>
          <p:cNvSpPr txBox="1"/>
          <p:nvPr/>
        </p:nvSpPr>
        <p:spPr>
          <a:xfrm>
            <a:off x="7340759" y="2962299"/>
            <a:ext cx="285976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</a:t>
            </a:r>
            <a:endParaRPr lang="en-US" dirty="0"/>
          </a:p>
        </p:txBody>
      </p:sp>
      <p:sp>
        <p:nvSpPr>
          <p:cNvPr id="55" name="Textfeld 51">
            <a:extLst>
              <a:ext uri="{FF2B5EF4-FFF2-40B4-BE49-F238E27FC236}">
                <a16:creationId xmlns:a16="http://schemas.microsoft.com/office/drawing/2014/main" id="{2734FD50-3947-1AFC-C81B-E5B37A2D7748}"/>
              </a:ext>
            </a:extLst>
          </p:cNvPr>
          <p:cNvSpPr txBox="1"/>
          <p:nvPr/>
        </p:nvSpPr>
        <p:spPr>
          <a:xfrm>
            <a:off x="3459191" y="224155"/>
            <a:ext cx="538609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0.35</a:t>
            </a:r>
            <a:endParaRPr lang="en-US" dirty="0"/>
          </a:p>
        </p:txBody>
      </p:sp>
      <p:sp>
        <p:nvSpPr>
          <p:cNvPr id="56" name="Textfeld 51">
            <a:extLst>
              <a:ext uri="{FF2B5EF4-FFF2-40B4-BE49-F238E27FC236}">
                <a16:creationId xmlns:a16="http://schemas.microsoft.com/office/drawing/2014/main" id="{61A1EAEB-3241-D015-CCCD-64D476DB960B}"/>
              </a:ext>
            </a:extLst>
          </p:cNvPr>
          <p:cNvSpPr txBox="1"/>
          <p:nvPr/>
        </p:nvSpPr>
        <p:spPr>
          <a:xfrm>
            <a:off x="3451952" y="845445"/>
            <a:ext cx="437299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0.2</a:t>
            </a:r>
            <a:endParaRPr lang="en-US" dirty="0"/>
          </a:p>
        </p:txBody>
      </p:sp>
      <p:sp>
        <p:nvSpPr>
          <p:cNvPr id="57" name="Textfeld 51">
            <a:extLst>
              <a:ext uri="{FF2B5EF4-FFF2-40B4-BE49-F238E27FC236}">
                <a16:creationId xmlns:a16="http://schemas.microsoft.com/office/drawing/2014/main" id="{353E4414-062D-5413-CDF3-1C1F2DD7FAFE}"/>
              </a:ext>
            </a:extLst>
          </p:cNvPr>
          <p:cNvSpPr txBox="1"/>
          <p:nvPr/>
        </p:nvSpPr>
        <p:spPr>
          <a:xfrm>
            <a:off x="3451952" y="1455110"/>
            <a:ext cx="538609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0.65</a:t>
            </a:r>
            <a:endParaRPr lang="en-US" dirty="0"/>
          </a:p>
        </p:txBody>
      </p:sp>
      <p:sp>
        <p:nvSpPr>
          <p:cNvPr id="58" name="Textfeld 51">
            <a:extLst>
              <a:ext uri="{FF2B5EF4-FFF2-40B4-BE49-F238E27FC236}">
                <a16:creationId xmlns:a16="http://schemas.microsoft.com/office/drawing/2014/main" id="{455F8FE8-FD7C-1EA2-5FF1-A4765F768410}"/>
              </a:ext>
            </a:extLst>
          </p:cNvPr>
          <p:cNvSpPr txBox="1"/>
          <p:nvPr/>
        </p:nvSpPr>
        <p:spPr>
          <a:xfrm>
            <a:off x="3419918" y="2037469"/>
            <a:ext cx="437299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0.5</a:t>
            </a:r>
            <a:endParaRPr lang="en-US" dirty="0"/>
          </a:p>
        </p:txBody>
      </p:sp>
      <p:sp>
        <p:nvSpPr>
          <p:cNvPr id="60" name="Textfeld 52">
            <a:extLst>
              <a:ext uri="{FF2B5EF4-FFF2-40B4-BE49-F238E27FC236}">
                <a16:creationId xmlns:a16="http://schemas.microsoft.com/office/drawing/2014/main" id="{B63E4085-3EBA-1B95-C292-EA56D84BDF88}"/>
              </a:ext>
            </a:extLst>
          </p:cNvPr>
          <p:cNvSpPr txBox="1"/>
          <p:nvPr/>
        </p:nvSpPr>
        <p:spPr>
          <a:xfrm>
            <a:off x="6801026" y="934798"/>
            <a:ext cx="28597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  <a:endParaRPr lang="en-US" dirty="0"/>
          </a:p>
        </p:txBody>
      </p:sp>
      <p:sp>
        <p:nvSpPr>
          <p:cNvPr id="61" name="Textfeld 52">
            <a:extLst>
              <a:ext uri="{FF2B5EF4-FFF2-40B4-BE49-F238E27FC236}">
                <a16:creationId xmlns:a16="http://schemas.microsoft.com/office/drawing/2014/main" id="{F6DE8B56-D9B7-33BE-CFC0-F322BAA1273E}"/>
              </a:ext>
            </a:extLst>
          </p:cNvPr>
          <p:cNvSpPr txBox="1"/>
          <p:nvPr/>
        </p:nvSpPr>
        <p:spPr>
          <a:xfrm>
            <a:off x="10504098" y="1887687"/>
            <a:ext cx="28597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  <a:endParaRPr lang="en-US" dirty="0"/>
          </a:p>
        </p:txBody>
      </p:sp>
      <p:sp>
        <p:nvSpPr>
          <p:cNvPr id="64" name="Hexagon 63">
            <a:extLst>
              <a:ext uri="{FF2B5EF4-FFF2-40B4-BE49-F238E27FC236}">
                <a16:creationId xmlns:a16="http://schemas.microsoft.com/office/drawing/2014/main" id="{7BCFD854-3B02-E027-FF72-E5CE51307F20}"/>
              </a:ext>
            </a:extLst>
          </p:cNvPr>
          <p:cNvSpPr>
            <a:spLocks noChangeAspect="1"/>
          </p:cNvSpPr>
          <p:nvPr/>
        </p:nvSpPr>
        <p:spPr>
          <a:xfrm>
            <a:off x="101373" y="3429000"/>
            <a:ext cx="1242099" cy="1127572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/>
              <a:t>Defaults for simulation</a:t>
            </a:r>
          </a:p>
        </p:txBody>
      </p:sp>
      <p:sp>
        <p:nvSpPr>
          <p:cNvPr id="67" name="Hexagon 66">
            <a:extLst>
              <a:ext uri="{FF2B5EF4-FFF2-40B4-BE49-F238E27FC236}">
                <a16:creationId xmlns:a16="http://schemas.microsoft.com/office/drawing/2014/main" id="{4D97578B-5323-FCEC-B85C-55D7E8ED06FF}"/>
              </a:ext>
            </a:extLst>
          </p:cNvPr>
          <p:cNvSpPr>
            <a:spLocks noChangeAspect="1"/>
          </p:cNvSpPr>
          <p:nvPr/>
        </p:nvSpPr>
        <p:spPr>
          <a:xfrm>
            <a:off x="1031598" y="4144212"/>
            <a:ext cx="1412718" cy="1282459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/>
              <a:t>Variances = 1</a:t>
            </a:r>
          </a:p>
          <a:p>
            <a:pPr algn="ctr"/>
            <a:r>
              <a:rPr lang="en-US" sz="1400" dirty="0"/>
              <a:t>If not specified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601786-AD38-D91A-4121-1F49748E0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Analyzing data on the level of cognitive processes</a:t>
            </a:r>
          </a:p>
        </p:txBody>
      </p:sp>
    </p:spTree>
    <p:extLst>
      <p:ext uri="{BB962C8B-B14F-4D97-AF65-F5344CB8AC3E}">
        <p14:creationId xmlns:p14="http://schemas.microsoft.com/office/powerpoint/2010/main" val="813684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96780-B499-3534-B356-F5E7B56BA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platzhalter 10" descr="Ein Bild, das Uhr, Screenshot, Kunst, Design enthält.&#10;&#10;Automatisch generierte Beschreibung">
            <a:extLst>
              <a:ext uri="{FF2B5EF4-FFF2-40B4-BE49-F238E27FC236}">
                <a16:creationId xmlns:a16="http://schemas.microsoft.com/office/drawing/2014/main" id="{26DE69D2-0FED-C8FF-DDBB-3634BBC5262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t="2928" r="19833" b="30728"/>
          <a:stretch/>
        </p:blipFill>
        <p:spPr>
          <a:xfrm>
            <a:off x="269875" y="1080000"/>
            <a:ext cx="11652249" cy="5513115"/>
          </a:xfr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2E05D72-F399-0545-90ED-DA30510038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Psychologisches Institut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CC19B37-07AB-7523-7D40-724BC980EB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" y="3609020"/>
            <a:ext cx="5842226" cy="785884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noProof="0" dirty="0"/>
              <a:t>What are your questions so far?</a:t>
            </a:r>
          </a:p>
        </p:txBody>
      </p:sp>
    </p:spTree>
    <p:extLst>
      <p:ext uri="{BB962C8B-B14F-4D97-AF65-F5344CB8AC3E}">
        <p14:creationId xmlns:p14="http://schemas.microsoft.com/office/powerpoint/2010/main" val="28713371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Uni Zürich">
      <a:dk1>
        <a:sysClr val="windowText" lastClr="000000"/>
      </a:dk1>
      <a:lt1>
        <a:sysClr val="window" lastClr="FFFFFF"/>
      </a:lt1>
      <a:dk2>
        <a:srgbClr val="666666"/>
      </a:dk2>
      <a:lt2>
        <a:srgbClr val="D7D7D7"/>
      </a:lt2>
      <a:accent1>
        <a:srgbClr val="0028A5"/>
      </a:accent1>
      <a:accent2>
        <a:srgbClr val="4AC9E3"/>
      </a:accent2>
      <a:accent3>
        <a:srgbClr val="A4D233"/>
      </a:accent3>
      <a:accent4>
        <a:srgbClr val="FFC845"/>
      </a:accent4>
      <a:accent5>
        <a:srgbClr val="FC4C02"/>
      </a:accent5>
      <a:accent6>
        <a:srgbClr val="BF0D3E"/>
      </a:accent6>
      <a:hlink>
        <a:srgbClr val="000000"/>
      </a:hlink>
      <a:folHlink>
        <a:srgbClr val="000000"/>
      </a:folHlink>
    </a:clrScheme>
    <a:fontScheme name="Uni Zürich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zh-presentation-example-en" id="{42B684F7-48D8-6B4D-B158-CEBD8F874351}" vid="{0665A6F8-3464-7046-9BA5-D1121CAEA0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E594130A2AF244FBF3F304D904ED593" ma:contentTypeVersion="18" ma:contentTypeDescription="Ein neues Dokument erstellen." ma:contentTypeScope="" ma:versionID="9c227ad3ab8d826471e210bb857ebfda">
  <xsd:schema xmlns:xsd="http://www.w3.org/2001/XMLSchema" xmlns:xs="http://www.w3.org/2001/XMLSchema" xmlns:p="http://schemas.microsoft.com/office/2006/metadata/properties" xmlns:ns2="c9077d15-72ed-4fec-bcfe-3472729e9195" xmlns:ns3="bc24777f-78b6-4f3c-a73a-d5fa08e4d537" targetNamespace="http://schemas.microsoft.com/office/2006/metadata/properties" ma:root="true" ma:fieldsID="2a0acd45fe6cc66a06723547185abeb0" ns2:_="" ns3:_="">
    <xsd:import namespace="c9077d15-72ed-4fec-bcfe-3472729e9195"/>
    <xsd:import namespace="bc24777f-78b6-4f3c-a73a-d5fa08e4d5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077d15-72ed-4fec-bcfe-3472729e91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7fbe3b91-0d7a-4fca-85de-75d49bc052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4777f-78b6-4f3c-a73a-d5fa08e4d537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23888c3-3691-4ee2-9093-74875a1c94d8}" ma:internalName="TaxCatchAll" ma:showField="CatchAllData" ma:web="bc24777f-78b6-4f3c-a73a-d5fa08e4d5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24777f-78b6-4f3c-a73a-d5fa08e4d537" xsi:nil="true"/>
    <lcf76f155ced4ddcb4097134ff3c332f xmlns="c9077d15-72ed-4fec-bcfe-3472729e919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8C4983-C2B9-40A5-988A-6394CBDA55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077d15-72ed-4fec-bcfe-3472729e9195"/>
    <ds:schemaRef ds:uri="bc24777f-78b6-4f3c-a73a-d5fa08e4d5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626B806-0237-4942-A1FD-5C97285908C2}">
  <ds:schemaRefs>
    <ds:schemaRef ds:uri="http://schemas.microsoft.com/office/2006/documentManagement/types"/>
    <ds:schemaRef ds:uri="c9077d15-72ed-4fec-bcfe-3472729e9195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  <ds:schemaRef ds:uri="http://schemas.microsoft.com/office/2006/metadata/properties"/>
    <ds:schemaRef ds:uri="bc24777f-78b6-4f3c-a73a-d5fa08e4d537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Benutzerdefiniertes Design</Template>
  <TotalTime>16945</TotalTime>
  <Words>482</Words>
  <Application>Microsoft Macintosh PowerPoint</Application>
  <PresentationFormat>Widescreen</PresentationFormat>
  <Paragraphs>255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Consolas</vt:lpstr>
      <vt:lpstr>Source Sans Pro</vt:lpstr>
      <vt:lpstr>Source Sans Pro SemiBold</vt:lpstr>
      <vt:lpstr>Wingdings</vt:lpstr>
      <vt:lpstr>Benutzerdefiniertes Design</vt:lpstr>
      <vt:lpstr>PowerPoint Presentation</vt:lpstr>
      <vt:lpstr>Who are we?</vt:lpstr>
      <vt:lpstr>Workshop: Overview</vt:lpstr>
      <vt:lpstr>Data Analytic Model</vt:lpstr>
      <vt:lpstr>Data Analytic Model</vt:lpstr>
      <vt:lpstr>Data Analytic Model</vt:lpstr>
      <vt:lpstr>Model Specification Simulating Data: lavaan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Gidon Frischkorn-Bartsch</dc:creator>
  <dc:description>erstellt durch Vorlagenbauer.ch</dc:description>
  <cp:lastModifiedBy>Gidon Frischkorn-Bartsch</cp:lastModifiedBy>
  <cp:revision>96</cp:revision>
  <dcterms:created xsi:type="dcterms:W3CDTF">2024-05-29T09:47:41Z</dcterms:created>
  <dcterms:modified xsi:type="dcterms:W3CDTF">2025-08-08T09:32:43Z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0x0101000E594130A2AF244FBF3F304D904ED593</vt:lpwstr>
  </property>
  <property fmtid="{D5CDD505-2E9C-101B-9397-08002B2CF9AE}" pid="3" name="MediaServiceImageTags">
    <vt:lpwstr/>
  </property>
</Properties>
</file>